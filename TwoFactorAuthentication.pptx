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7"/>
  </p:notesMasterIdLst>
  <p:sldIdLst>
    <p:sldId id="256" r:id="rId3"/>
    <p:sldId id="329" r:id="rId4"/>
    <p:sldId id="326" r:id="rId5"/>
    <p:sldId id="333" r:id="rId6"/>
    <p:sldId id="347" r:id="rId7"/>
    <p:sldId id="337" r:id="rId8"/>
    <p:sldId id="334" r:id="rId9"/>
    <p:sldId id="352" r:id="rId10"/>
    <p:sldId id="332" r:id="rId11"/>
    <p:sldId id="339" r:id="rId12"/>
    <p:sldId id="342" r:id="rId13"/>
    <p:sldId id="340" r:id="rId14"/>
    <p:sldId id="341" r:id="rId15"/>
    <p:sldId id="338" r:id="rId16"/>
    <p:sldId id="355" r:id="rId17"/>
    <p:sldId id="318" r:id="rId18"/>
    <p:sldId id="344" r:id="rId19"/>
    <p:sldId id="335" r:id="rId20"/>
    <p:sldId id="348" r:id="rId21"/>
    <p:sldId id="351" r:id="rId22"/>
    <p:sldId id="353" r:id="rId23"/>
    <p:sldId id="320" r:id="rId24"/>
    <p:sldId id="321" r:id="rId25"/>
    <p:sldId id="35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24CD82-41BE-8C7E-825E-D1F09A693831}" v="124" dt="2025-05-06T06:04:04.553"/>
    <p1510:client id="{0A626045-B5C5-43FB-A413-E47F9BDE1E8C}" v="16" dt="2025-05-06T10:51:44.279"/>
    <p1510:client id="{4E9922E8-3227-CE73-F3BB-3CB3DAB1C540}" v="101" dt="2025-05-06T05:44:40.9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autoAdjust="0"/>
  </p:normalViewPr>
  <p:slideViewPr>
    <p:cSldViewPr snapToGrid="0">
      <p:cViewPr varScale="1">
        <p:scale>
          <a:sx n="78" d="100"/>
          <a:sy n="78" d="100"/>
        </p:scale>
        <p:origin x="878" y="62"/>
      </p:cViewPr>
      <p:guideLst/>
    </p:cSldViewPr>
  </p:slideViewPr>
  <p:outlineViewPr>
    <p:cViewPr>
      <p:scale>
        <a:sx n="33" d="100"/>
        <a:sy n="33" d="100"/>
      </p:scale>
      <p:origin x="0" y="-4051"/>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 Arunn" userId="8d673ab5b28ab0c9" providerId="Windows Live" clId="Web-{4E9922E8-3227-CE73-F3BB-3CB3DAB1C540}"/>
    <pc:docChg chg="modSld">
      <pc:chgData name="The Arunn" userId="8d673ab5b28ab0c9" providerId="Windows Live" clId="Web-{4E9922E8-3227-CE73-F3BB-3CB3DAB1C540}" dt="2025-05-06T05:44:40.624" v="71" actId="20577"/>
      <pc:docMkLst>
        <pc:docMk/>
      </pc:docMkLst>
      <pc:sldChg chg="modSp">
        <pc:chgData name="The Arunn" userId="8d673ab5b28ab0c9" providerId="Windows Live" clId="Web-{4E9922E8-3227-CE73-F3BB-3CB3DAB1C540}" dt="2025-05-06T05:42:34.670" v="41" actId="20577"/>
        <pc:sldMkLst>
          <pc:docMk/>
          <pc:sldMk cId="4289545213" sldId="332"/>
        </pc:sldMkLst>
        <pc:spChg chg="mod">
          <ac:chgData name="The Arunn" userId="8d673ab5b28ab0c9" providerId="Windows Live" clId="Web-{4E9922E8-3227-CE73-F3BB-3CB3DAB1C540}" dt="2025-05-06T05:42:34.670" v="41" actId="20577"/>
          <ac:spMkLst>
            <pc:docMk/>
            <pc:sldMk cId="4289545213" sldId="332"/>
            <ac:spMk id="7" creationId="{23B3D00F-A1F1-F77B-A8E7-71F86F8A51B5}"/>
          </ac:spMkLst>
        </pc:spChg>
      </pc:sldChg>
      <pc:sldChg chg="modSp">
        <pc:chgData name="The Arunn" userId="8d673ab5b28ab0c9" providerId="Windows Live" clId="Web-{4E9922E8-3227-CE73-F3BB-3CB3DAB1C540}" dt="2025-05-06T05:44:40.624" v="71" actId="20577"/>
        <pc:sldMkLst>
          <pc:docMk/>
          <pc:sldMk cId="1781599816" sldId="334"/>
        </pc:sldMkLst>
        <pc:spChg chg="mod">
          <ac:chgData name="The Arunn" userId="8d673ab5b28ab0c9" providerId="Windows Live" clId="Web-{4E9922E8-3227-CE73-F3BB-3CB3DAB1C540}" dt="2025-05-06T05:44:40.624" v="71" actId="20577"/>
          <ac:spMkLst>
            <pc:docMk/>
            <pc:sldMk cId="1781599816" sldId="334"/>
            <ac:spMk id="16" creationId="{068F526F-B235-46A2-D4CF-A429018BC62F}"/>
          </ac:spMkLst>
        </pc:spChg>
        <pc:picChg chg="mod">
          <ac:chgData name="The Arunn" userId="8d673ab5b28ab0c9" providerId="Windows Live" clId="Web-{4E9922E8-3227-CE73-F3BB-3CB3DAB1C540}" dt="2025-05-06T05:38:31.575" v="0" actId="1076"/>
          <ac:picMkLst>
            <pc:docMk/>
            <pc:sldMk cId="1781599816" sldId="334"/>
            <ac:picMk id="10" creationId="{133905EB-D568-9528-7F62-8DBB3D90D93B}"/>
          </ac:picMkLst>
        </pc:picChg>
      </pc:sldChg>
      <pc:sldChg chg="modSp">
        <pc:chgData name="The Arunn" userId="8d673ab5b28ab0c9" providerId="Windows Live" clId="Web-{4E9922E8-3227-CE73-F3BB-3CB3DAB1C540}" dt="2025-05-06T05:44:14.405" v="61" actId="20577"/>
        <pc:sldMkLst>
          <pc:docMk/>
          <pc:sldMk cId="3927345003" sldId="337"/>
        </pc:sldMkLst>
        <pc:spChg chg="mod">
          <ac:chgData name="The Arunn" userId="8d673ab5b28ab0c9" providerId="Windows Live" clId="Web-{4E9922E8-3227-CE73-F3BB-3CB3DAB1C540}" dt="2025-05-06T05:44:14.405" v="61" actId="20577"/>
          <ac:spMkLst>
            <pc:docMk/>
            <pc:sldMk cId="3927345003" sldId="337"/>
            <ac:spMk id="12" creationId="{01C13AC4-E707-52EB-8C4B-299C6F1FCEF5}"/>
          </ac:spMkLst>
        </pc:spChg>
      </pc:sldChg>
      <pc:sldChg chg="modSp">
        <pc:chgData name="The Arunn" userId="8d673ab5b28ab0c9" providerId="Windows Live" clId="Web-{4E9922E8-3227-CE73-F3BB-3CB3DAB1C540}" dt="2025-05-06T05:43:06.686" v="51" actId="20577"/>
        <pc:sldMkLst>
          <pc:docMk/>
          <pc:sldMk cId="1093224682" sldId="352"/>
        </pc:sldMkLst>
        <pc:spChg chg="mod">
          <ac:chgData name="The Arunn" userId="8d673ab5b28ab0c9" providerId="Windows Live" clId="Web-{4E9922E8-3227-CE73-F3BB-3CB3DAB1C540}" dt="2025-05-06T05:43:06.686" v="51" actId="20577"/>
          <ac:spMkLst>
            <pc:docMk/>
            <pc:sldMk cId="1093224682" sldId="352"/>
            <ac:spMk id="9" creationId="{7255E6BD-8438-42F1-C9B9-F7074F9C70F1}"/>
          </ac:spMkLst>
        </pc:spChg>
      </pc:sldChg>
    </pc:docChg>
  </pc:docChgLst>
  <pc:docChgLst>
    <pc:chgData name="The Arunn" userId="8d673ab5b28ab0c9" providerId="Windows Live" clId="Web-{0824CD82-41BE-8C7E-825E-D1F09A693831}"/>
    <pc:docChg chg="modSld">
      <pc:chgData name="The Arunn" userId="8d673ab5b28ab0c9" providerId="Windows Live" clId="Web-{0824CD82-41BE-8C7E-825E-D1F09A693831}" dt="2025-05-06T06:04:04.553" v="118" actId="1076"/>
      <pc:docMkLst>
        <pc:docMk/>
      </pc:docMkLst>
      <pc:sldChg chg="addSp delSp modSp mod setBg">
        <pc:chgData name="The Arunn" userId="8d673ab5b28ab0c9" providerId="Windows Live" clId="Web-{0824CD82-41BE-8C7E-825E-D1F09A693831}" dt="2025-05-06T06:03:10.036" v="116"/>
        <pc:sldMkLst>
          <pc:docMk/>
          <pc:sldMk cId="2043820000" sldId="318"/>
        </pc:sldMkLst>
        <pc:spChg chg="add del mod">
          <ac:chgData name="The Arunn" userId="8d673ab5b28ab0c9" providerId="Windows Live" clId="Web-{0824CD82-41BE-8C7E-825E-D1F09A693831}" dt="2025-05-06T05:48:53.761" v="23"/>
          <ac:spMkLst>
            <pc:docMk/>
            <pc:sldMk cId="2043820000" sldId="318"/>
            <ac:spMk id="2" creationId="{46B7688A-EE61-F19A-6739-FB4A57445C17}"/>
          </ac:spMkLst>
        </pc:spChg>
        <pc:spChg chg="add mod">
          <ac:chgData name="The Arunn" userId="8d673ab5b28ab0c9" providerId="Windows Live" clId="Web-{0824CD82-41BE-8C7E-825E-D1F09A693831}" dt="2025-05-06T06:00:53.719" v="113" actId="20577"/>
          <ac:spMkLst>
            <pc:docMk/>
            <pc:sldMk cId="2043820000" sldId="318"/>
            <ac:spMk id="4" creationId="{26F771DD-9B5F-E8C9-C2D9-62C5674DF568}"/>
          </ac:spMkLst>
        </pc:spChg>
        <pc:spChg chg="del mod">
          <ac:chgData name="The Arunn" userId="8d673ab5b28ab0c9" providerId="Windows Live" clId="Web-{0824CD82-41BE-8C7E-825E-D1F09A693831}" dt="2025-05-06T05:48:14.603" v="15"/>
          <ac:spMkLst>
            <pc:docMk/>
            <pc:sldMk cId="2043820000" sldId="318"/>
            <ac:spMk id="10" creationId="{C156B54F-BC7F-6838-2C38-24D50498E17F}"/>
          </ac:spMkLst>
        </pc:spChg>
        <pc:picChg chg="del">
          <ac:chgData name="The Arunn" userId="8d673ab5b28ab0c9" providerId="Windows Live" clId="Web-{0824CD82-41BE-8C7E-825E-D1F09A693831}" dt="2025-05-06T05:47:22.852" v="3"/>
          <ac:picMkLst>
            <pc:docMk/>
            <pc:sldMk cId="2043820000" sldId="318"/>
            <ac:picMk id="7" creationId="{D2E8580B-0DD0-CCD5-862E-C31566A19FC5}"/>
          </ac:picMkLst>
        </pc:picChg>
      </pc:sldChg>
      <pc:sldChg chg="addSp delSp modSp">
        <pc:chgData name="The Arunn" userId="8d673ab5b28ab0c9" providerId="Windows Live" clId="Web-{0824CD82-41BE-8C7E-825E-D1F09A693831}" dt="2025-05-06T06:04:04.553" v="118" actId="1076"/>
        <pc:sldMkLst>
          <pc:docMk/>
          <pc:sldMk cId="3045824921" sldId="355"/>
        </pc:sldMkLst>
        <pc:spChg chg="del">
          <ac:chgData name="The Arunn" userId="8d673ab5b28ab0c9" providerId="Windows Live" clId="Web-{0824CD82-41BE-8C7E-825E-D1F09A693831}" dt="2025-05-06T05:47:03.601" v="0"/>
          <ac:spMkLst>
            <pc:docMk/>
            <pc:sldMk cId="3045824921" sldId="355"/>
            <ac:spMk id="9" creationId="{46B7688A-EE61-F19A-6739-FB4A57445C17}"/>
          </ac:spMkLst>
        </pc:spChg>
        <pc:spChg chg="mod">
          <ac:chgData name="The Arunn" userId="8d673ab5b28ab0c9" providerId="Windows Live" clId="Web-{0824CD82-41BE-8C7E-825E-D1F09A693831}" dt="2025-05-06T06:03:49.709" v="117" actId="1076"/>
          <ac:spMkLst>
            <pc:docMk/>
            <pc:sldMk cId="3045824921" sldId="355"/>
            <ac:spMk id="11" creationId="{0AD020E5-3B7A-944A-9C8A-AA243B271CEF}"/>
          </ac:spMkLst>
        </pc:spChg>
        <pc:picChg chg="add mod modCrop">
          <ac:chgData name="The Arunn" userId="8d673ab5b28ab0c9" providerId="Windows Live" clId="Web-{0824CD82-41BE-8C7E-825E-D1F09A693831}" dt="2025-05-06T06:04:04.553" v="118" actId="1076"/>
          <ac:picMkLst>
            <pc:docMk/>
            <pc:sldMk cId="3045824921" sldId="355"/>
            <ac:picMk id="3" creationId="{45646ED1-2507-EC43-93B5-BBAA9327AD70}"/>
          </ac:picMkLst>
        </pc:picChg>
      </pc:sldChg>
    </pc:docChg>
  </pc:docChgLst>
  <pc:docChgLst>
    <pc:chgData name="The Arunn" userId="8d673ab5b28ab0c9" providerId="Windows Live" clId="Web-{FC797F59-72D5-0509-9222-8E5793A02C41}"/>
    <pc:docChg chg="delSld modSld">
      <pc:chgData name="The Arunn" userId="8d673ab5b28ab0c9" providerId="Windows Live" clId="Web-{FC797F59-72D5-0509-9222-8E5793A02C41}" dt="2025-04-22T13:52:22.243" v="63"/>
      <pc:docMkLst>
        <pc:docMk/>
      </pc:docMkLst>
      <pc:sldChg chg="addSp delSp modSp">
        <pc:chgData name="The Arunn" userId="8d673ab5b28ab0c9" providerId="Windows Live" clId="Web-{FC797F59-72D5-0509-9222-8E5793A02C41}" dt="2025-04-22T13:51:59.993" v="62" actId="14100"/>
        <pc:sldMkLst>
          <pc:docMk/>
          <pc:sldMk cId="1375570712" sldId="256"/>
        </pc:sldMkLst>
        <pc:spChg chg="add del mod">
          <ac:chgData name="The Arunn" userId="8d673ab5b28ab0c9" providerId="Windows Live" clId="Web-{FC797F59-72D5-0509-9222-8E5793A02C41}" dt="2025-04-22T13:51:04.179" v="59" actId="1076"/>
          <ac:spMkLst>
            <pc:docMk/>
            <pc:sldMk cId="1375570712" sldId="256"/>
            <ac:spMk id="4" creationId="{657A40F1-04B8-9062-5373-3441413783AE}"/>
          </ac:spMkLst>
        </pc:spChg>
        <pc:spChg chg="mod">
          <ac:chgData name="The Arunn" userId="8d673ab5b28ab0c9" providerId="Windows Live" clId="Web-{FC797F59-72D5-0509-9222-8E5793A02C41}" dt="2025-04-22T13:27:43.884" v="3" actId="1076"/>
          <ac:spMkLst>
            <pc:docMk/>
            <pc:sldMk cId="1375570712" sldId="256"/>
            <ac:spMk id="10" creationId="{5BA6EEDF-6520-2BEB-8BF9-164005E728A1}"/>
          </ac:spMkLst>
        </pc:spChg>
        <pc:spChg chg="mod">
          <ac:chgData name="The Arunn" userId="8d673ab5b28ab0c9" providerId="Windows Live" clId="Web-{FC797F59-72D5-0509-9222-8E5793A02C41}" dt="2025-04-22T13:27:37.228" v="1" actId="1076"/>
          <ac:spMkLst>
            <pc:docMk/>
            <pc:sldMk cId="1375570712" sldId="256"/>
            <ac:spMk id="12" creationId="{A4352561-2D33-8AFD-81CD-3612528906EB}"/>
          </ac:spMkLst>
        </pc:spChg>
        <pc:spChg chg="mod">
          <ac:chgData name="The Arunn" userId="8d673ab5b28ab0c9" providerId="Windows Live" clId="Web-{FC797F59-72D5-0509-9222-8E5793A02C41}" dt="2025-04-22T13:27:37.243" v="2" actId="1076"/>
          <ac:spMkLst>
            <pc:docMk/>
            <pc:sldMk cId="1375570712" sldId="256"/>
            <ac:spMk id="13" creationId="{610E02EF-C793-3072-757D-BBECEABEB049}"/>
          </ac:spMkLst>
        </pc:spChg>
        <pc:picChg chg="add del mod">
          <ac:chgData name="The Arunn" userId="8d673ab5b28ab0c9" providerId="Windows Live" clId="Web-{FC797F59-72D5-0509-9222-8E5793A02C41}" dt="2025-04-22T13:51:59.993" v="62" actId="14100"/>
          <ac:picMkLst>
            <pc:docMk/>
            <pc:sldMk cId="1375570712" sldId="256"/>
            <ac:picMk id="5" creationId="{0231AC68-3997-D565-5832-DD8562058FE5}"/>
          </ac:picMkLst>
        </pc:picChg>
        <pc:picChg chg="add del mod">
          <ac:chgData name="The Arunn" userId="8d673ab5b28ab0c9" providerId="Windows Live" clId="Web-{FC797F59-72D5-0509-9222-8E5793A02C41}" dt="2025-04-22T13:51:04.210" v="61" actId="1076"/>
          <ac:picMkLst>
            <pc:docMk/>
            <pc:sldMk cId="1375570712" sldId="256"/>
            <ac:picMk id="6" creationId="{3C7C97B0-1011-EEAA-11AC-BFFEDC466C0C}"/>
          </ac:picMkLst>
        </pc:picChg>
      </pc:sldChg>
      <pc:sldChg chg="del">
        <pc:chgData name="The Arunn" userId="8d673ab5b28ab0c9" providerId="Windows Live" clId="Web-{FC797F59-72D5-0509-9222-8E5793A02C41}" dt="2025-04-22T13:52:22.243" v="63"/>
        <pc:sldMkLst>
          <pc:docMk/>
          <pc:sldMk cId="45347939" sldId="355"/>
        </pc:sldMkLst>
      </pc:sldChg>
    </pc:docChg>
  </pc:docChgLst>
  <pc:docChgLst>
    <pc:chgData name="The Arunn" userId="8d673ab5b28ab0c9" providerId="Windows Live" clId="Web-{F101D948-DE81-5187-1B08-0EF55F8D6ECD}"/>
    <pc:docChg chg="modSld">
      <pc:chgData name="The Arunn" userId="8d673ab5b28ab0c9" providerId="Windows Live" clId="Web-{F101D948-DE81-5187-1B08-0EF55F8D6ECD}" dt="2025-04-22T14:03:38.470" v="18" actId="14100"/>
      <pc:docMkLst>
        <pc:docMk/>
      </pc:docMkLst>
      <pc:sldChg chg="modSp">
        <pc:chgData name="The Arunn" userId="8d673ab5b28ab0c9" providerId="Windows Live" clId="Web-{F101D948-DE81-5187-1B08-0EF55F8D6ECD}" dt="2025-04-22T14:02:00.060" v="16" actId="14100"/>
        <pc:sldMkLst>
          <pc:docMk/>
          <pc:sldMk cId="3581511270" sldId="333"/>
        </pc:sldMkLst>
        <pc:spChg chg="mod">
          <ac:chgData name="The Arunn" userId="8d673ab5b28ab0c9" providerId="Windows Live" clId="Web-{F101D948-DE81-5187-1B08-0EF55F8D6ECD}" dt="2025-04-22T14:02:00.060" v="16" actId="14100"/>
          <ac:spMkLst>
            <pc:docMk/>
            <pc:sldMk cId="3581511270" sldId="333"/>
            <ac:spMk id="11" creationId="{DFB14F0C-4F9E-44BC-5EF6-6159467134E1}"/>
          </ac:spMkLst>
        </pc:spChg>
      </pc:sldChg>
      <pc:sldChg chg="modSp">
        <pc:chgData name="The Arunn" userId="8d673ab5b28ab0c9" providerId="Windows Live" clId="Web-{F101D948-DE81-5187-1B08-0EF55F8D6ECD}" dt="2025-04-22T14:03:38.470" v="18" actId="14100"/>
        <pc:sldMkLst>
          <pc:docMk/>
          <pc:sldMk cId="1781599816" sldId="334"/>
        </pc:sldMkLst>
        <pc:picChg chg="mod">
          <ac:chgData name="The Arunn" userId="8d673ab5b28ab0c9" providerId="Windows Live" clId="Web-{F101D948-DE81-5187-1B08-0EF55F8D6ECD}" dt="2025-04-22T14:03:38.470" v="18" actId="14100"/>
          <ac:picMkLst>
            <pc:docMk/>
            <pc:sldMk cId="1781599816" sldId="334"/>
            <ac:picMk id="10" creationId="{133905EB-D568-9528-7F62-8DBB3D90D93B}"/>
          </ac:picMkLst>
        </pc:picChg>
      </pc:sldChg>
      <pc:sldChg chg="modSp">
        <pc:chgData name="The Arunn" userId="8d673ab5b28ab0c9" providerId="Windows Live" clId="Web-{F101D948-DE81-5187-1B08-0EF55F8D6ECD}" dt="2025-04-22T13:57:31.160" v="12" actId="1076"/>
        <pc:sldMkLst>
          <pc:docMk/>
          <pc:sldMk cId="2220443048" sldId="342"/>
        </pc:sldMkLst>
        <pc:spChg chg="mod">
          <ac:chgData name="The Arunn" userId="8d673ab5b28ab0c9" providerId="Windows Live" clId="Web-{F101D948-DE81-5187-1B08-0EF55F8D6ECD}" dt="2025-04-22T13:57:31.160" v="11" actId="1076"/>
          <ac:spMkLst>
            <pc:docMk/>
            <pc:sldMk cId="2220443048" sldId="342"/>
            <ac:spMk id="2" creationId="{8F432EF0-5197-A69C-AE21-67EBD700C7A7}"/>
          </ac:spMkLst>
        </pc:spChg>
        <pc:spChg chg="mod">
          <ac:chgData name="The Arunn" userId="8d673ab5b28ab0c9" providerId="Windows Live" clId="Web-{F101D948-DE81-5187-1B08-0EF55F8D6ECD}" dt="2025-04-22T13:57:31.160" v="12" actId="1076"/>
          <ac:spMkLst>
            <pc:docMk/>
            <pc:sldMk cId="2220443048" sldId="342"/>
            <ac:spMk id="3" creationId="{7CE00E1E-D6C5-0EDE-38DA-6B017C23E996}"/>
          </ac:spMkLst>
        </pc:spChg>
      </pc:sldChg>
    </pc:docChg>
  </pc:docChgLst>
  <pc:docChgLst>
    <pc:chgData name="The Arunn" userId="8d673ab5b28ab0c9" providerId="LiveId" clId="{0A626045-B5C5-43FB-A413-E47F9BDE1E8C}"/>
    <pc:docChg chg="undo redo custSel addSld delSld modSld sldOrd">
      <pc:chgData name="The Arunn" userId="8d673ab5b28ab0c9" providerId="LiveId" clId="{0A626045-B5C5-43FB-A413-E47F9BDE1E8C}" dt="2025-05-06T10:51:35.883" v="1637" actId="20577"/>
      <pc:docMkLst>
        <pc:docMk/>
      </pc:docMkLst>
      <pc:sldChg chg="modSp mod">
        <pc:chgData name="The Arunn" userId="8d673ab5b28ab0c9" providerId="LiveId" clId="{0A626045-B5C5-43FB-A413-E47F9BDE1E8C}" dt="2025-05-05T12:15:58.695" v="26" actId="14100"/>
        <pc:sldMkLst>
          <pc:docMk/>
          <pc:sldMk cId="1375570712" sldId="256"/>
        </pc:sldMkLst>
        <pc:spChg chg="mod">
          <ac:chgData name="The Arunn" userId="8d673ab5b28ab0c9" providerId="LiveId" clId="{0A626045-B5C5-43FB-A413-E47F9BDE1E8C}" dt="2025-05-05T12:15:58.695" v="26" actId="14100"/>
          <ac:spMkLst>
            <pc:docMk/>
            <pc:sldMk cId="1375570712" sldId="256"/>
            <ac:spMk id="13" creationId="{610E02EF-C793-3072-757D-BBECEABEB049}"/>
          </ac:spMkLst>
        </pc:spChg>
      </pc:sldChg>
      <pc:sldChg chg="addSp delSp modSp mod ord">
        <pc:chgData name="The Arunn" userId="8d673ab5b28ab0c9" providerId="LiveId" clId="{0A626045-B5C5-43FB-A413-E47F9BDE1E8C}" dt="2025-05-06T10:51:35.883" v="1637" actId="20577"/>
        <pc:sldMkLst>
          <pc:docMk/>
          <pc:sldMk cId="2043820000" sldId="318"/>
        </pc:sldMkLst>
        <pc:spChg chg="del mod">
          <ac:chgData name="The Arunn" userId="8d673ab5b28ab0c9" providerId="LiveId" clId="{0A626045-B5C5-43FB-A413-E47F9BDE1E8C}" dt="2025-05-05T12:37:11.475" v="572" actId="478"/>
          <ac:spMkLst>
            <pc:docMk/>
            <pc:sldMk cId="2043820000" sldId="318"/>
            <ac:spMk id="2" creationId="{018E4F0B-A6EB-861C-1C34-CAA9BDE47858}"/>
          </ac:spMkLst>
        </pc:spChg>
        <pc:spChg chg="del mod">
          <ac:chgData name="The Arunn" userId="8d673ab5b28ab0c9" providerId="LiveId" clId="{0A626045-B5C5-43FB-A413-E47F9BDE1E8C}" dt="2025-05-05T12:35:44.273" v="558" actId="478"/>
          <ac:spMkLst>
            <pc:docMk/>
            <pc:sldMk cId="2043820000" sldId="318"/>
            <ac:spMk id="3" creationId="{59F97739-E0DF-24F3-7886-013A799A52C3}"/>
          </ac:spMkLst>
        </pc:spChg>
        <pc:spChg chg="mod">
          <ac:chgData name="The Arunn" userId="8d673ab5b28ab0c9" providerId="LiveId" clId="{0A626045-B5C5-43FB-A413-E47F9BDE1E8C}" dt="2025-05-06T10:51:35.883" v="1637" actId="20577"/>
          <ac:spMkLst>
            <pc:docMk/>
            <pc:sldMk cId="2043820000" sldId="318"/>
            <ac:spMk id="4" creationId="{26F771DD-9B5F-E8C9-C2D9-62C5674DF568}"/>
          </ac:spMkLst>
        </pc:spChg>
        <pc:spChg chg="add del mod">
          <ac:chgData name="The Arunn" userId="8d673ab5b28ab0c9" providerId="LiveId" clId="{0A626045-B5C5-43FB-A413-E47F9BDE1E8C}" dt="2025-05-05T12:36:47.319" v="559" actId="931"/>
          <ac:spMkLst>
            <pc:docMk/>
            <pc:sldMk cId="2043820000" sldId="318"/>
            <ac:spMk id="5" creationId="{B1D6E059-0F87-B463-6A98-1C9003E9B5C7}"/>
          </ac:spMkLst>
        </pc:spChg>
        <pc:spChg chg="add del mod">
          <ac:chgData name="The Arunn" userId="8d673ab5b28ab0c9" providerId="LiveId" clId="{0A626045-B5C5-43FB-A413-E47F9BDE1E8C}" dt="2025-05-05T12:37:19.225" v="573" actId="478"/>
          <ac:spMkLst>
            <pc:docMk/>
            <pc:sldMk cId="2043820000" sldId="318"/>
            <ac:spMk id="9" creationId="{02DEFA9F-DE83-424A-7ED4-C49BA2094C17}"/>
          </ac:spMkLst>
        </pc:spChg>
        <pc:spChg chg="add mod">
          <ac:chgData name="The Arunn" userId="8d673ab5b28ab0c9" providerId="LiveId" clId="{0A626045-B5C5-43FB-A413-E47F9BDE1E8C}" dt="2025-05-05T12:55:42.032" v="1532" actId="20577"/>
          <ac:spMkLst>
            <pc:docMk/>
            <pc:sldMk cId="2043820000" sldId="318"/>
            <ac:spMk id="10" creationId="{C156B54F-BC7F-6838-2C38-24D50498E17F}"/>
          </ac:spMkLst>
        </pc:spChg>
        <pc:picChg chg="add mod">
          <ac:chgData name="The Arunn" userId="8d673ab5b28ab0c9" providerId="LiveId" clId="{0A626045-B5C5-43FB-A413-E47F9BDE1E8C}" dt="2025-05-05T12:57:15.817" v="1586" actId="1076"/>
          <ac:picMkLst>
            <pc:docMk/>
            <pc:sldMk cId="2043820000" sldId="318"/>
            <ac:picMk id="7" creationId="{D2E8580B-0DD0-CCD5-862E-C31566A19FC5}"/>
          </ac:picMkLst>
        </pc:picChg>
        <pc:picChg chg="add del mod">
          <ac:chgData name="The Arunn" userId="8d673ab5b28ab0c9" providerId="LiveId" clId="{0A626045-B5C5-43FB-A413-E47F9BDE1E8C}" dt="2025-05-05T12:56:22.275" v="1536" actId="478"/>
          <ac:picMkLst>
            <pc:docMk/>
            <pc:sldMk cId="2043820000" sldId="318"/>
            <ac:picMk id="1026" creationId="{8BD46172-A54D-75FF-29D9-0B87F91FC2EF}"/>
          </ac:picMkLst>
        </pc:picChg>
      </pc:sldChg>
      <pc:sldChg chg="modSp mod">
        <pc:chgData name="The Arunn" userId="8d673ab5b28ab0c9" providerId="LiveId" clId="{0A626045-B5C5-43FB-A413-E47F9BDE1E8C}" dt="2025-05-06T10:49:52.398" v="1599"/>
        <pc:sldMkLst>
          <pc:docMk/>
          <pc:sldMk cId="753851865" sldId="329"/>
        </pc:sldMkLst>
        <pc:graphicFrameChg chg="mod modGraphic">
          <ac:chgData name="The Arunn" userId="8d673ab5b28ab0c9" providerId="LiveId" clId="{0A626045-B5C5-43FB-A413-E47F9BDE1E8C}" dt="2025-05-06T10:49:52.398" v="1599"/>
          <ac:graphicFrameMkLst>
            <pc:docMk/>
            <pc:sldMk cId="753851865" sldId="329"/>
            <ac:graphicFrameMk id="7" creationId="{1CB8E265-AAF3-53F1-4081-63FCAC932BBB}"/>
          </ac:graphicFrameMkLst>
        </pc:graphicFrameChg>
      </pc:sldChg>
      <pc:sldChg chg="modSp mod">
        <pc:chgData name="The Arunn" userId="8d673ab5b28ab0c9" providerId="LiveId" clId="{0A626045-B5C5-43FB-A413-E47F9BDE1E8C}" dt="2025-05-06T10:49:17.433" v="1594" actId="20577"/>
        <pc:sldMkLst>
          <pc:docMk/>
          <pc:sldMk cId="4031990548" sldId="344"/>
        </pc:sldMkLst>
        <pc:spChg chg="mod">
          <ac:chgData name="The Arunn" userId="8d673ab5b28ab0c9" providerId="LiveId" clId="{0A626045-B5C5-43FB-A413-E47F9BDE1E8C}" dt="2025-05-06T10:49:17.433" v="1594" actId="20577"/>
          <ac:spMkLst>
            <pc:docMk/>
            <pc:sldMk cId="4031990548" sldId="344"/>
            <ac:spMk id="13" creationId="{A039C4AA-A69C-9F6F-7125-C9177EE8EDDB}"/>
          </ac:spMkLst>
        </pc:spChg>
      </pc:sldChg>
      <pc:sldChg chg="addSp delSp modSp del mod">
        <pc:chgData name="The Arunn" userId="8d673ab5b28ab0c9" providerId="LiveId" clId="{0A626045-B5C5-43FB-A413-E47F9BDE1E8C}" dt="2025-05-05T12:49:20.279" v="1100" actId="47"/>
        <pc:sldMkLst>
          <pc:docMk/>
          <pc:sldMk cId="2851923101" sldId="350"/>
        </pc:sldMkLst>
        <pc:spChg chg="add mod">
          <ac:chgData name="The Arunn" userId="8d673ab5b28ab0c9" providerId="LiveId" clId="{0A626045-B5C5-43FB-A413-E47F9BDE1E8C}" dt="2025-05-05T12:46:50.857" v="996" actId="21"/>
          <ac:spMkLst>
            <pc:docMk/>
            <pc:sldMk cId="2851923101" sldId="350"/>
            <ac:spMk id="3" creationId="{9E51F766-1DD8-8521-41A7-64BEF3F8FF88}"/>
          </ac:spMkLst>
        </pc:spChg>
        <pc:spChg chg="add mod">
          <ac:chgData name="The Arunn" userId="8d673ab5b28ab0c9" providerId="LiveId" clId="{0A626045-B5C5-43FB-A413-E47F9BDE1E8C}" dt="2025-05-05T12:46:50.857" v="996" actId="21"/>
          <ac:spMkLst>
            <pc:docMk/>
            <pc:sldMk cId="2851923101" sldId="350"/>
            <ac:spMk id="5" creationId="{18345310-B62D-50D4-961B-715321DB3F3E}"/>
          </ac:spMkLst>
        </pc:spChg>
        <pc:spChg chg="del mod">
          <ac:chgData name="The Arunn" userId="8d673ab5b28ab0c9" providerId="LiveId" clId="{0A626045-B5C5-43FB-A413-E47F9BDE1E8C}" dt="2025-05-05T12:46:50.857" v="996" actId="21"/>
          <ac:spMkLst>
            <pc:docMk/>
            <pc:sldMk cId="2851923101" sldId="350"/>
            <ac:spMk id="9" creationId="{46B7688A-EE61-F19A-6739-FB4A57445C17}"/>
          </ac:spMkLst>
        </pc:spChg>
        <pc:spChg chg="del mod">
          <ac:chgData name="The Arunn" userId="8d673ab5b28ab0c9" providerId="LiveId" clId="{0A626045-B5C5-43FB-A413-E47F9BDE1E8C}" dt="2025-05-05T12:46:50.857" v="996" actId="21"/>
          <ac:spMkLst>
            <pc:docMk/>
            <pc:sldMk cId="2851923101" sldId="350"/>
            <ac:spMk id="11" creationId="{0AD020E5-3B7A-944A-9C8A-AA243B271CEF}"/>
          </ac:spMkLst>
        </pc:spChg>
        <pc:spChg chg="del mod">
          <ac:chgData name="The Arunn" userId="8d673ab5b28ab0c9" providerId="LiveId" clId="{0A626045-B5C5-43FB-A413-E47F9BDE1E8C}" dt="2025-05-05T12:46:50.857" v="996" actId="21"/>
          <ac:spMkLst>
            <pc:docMk/>
            <pc:sldMk cId="2851923101" sldId="350"/>
            <ac:spMk id="13" creationId="{6106C7E9-E4A3-C365-DDF2-71DAE5DEFFE9}"/>
          </ac:spMkLst>
        </pc:spChg>
      </pc:sldChg>
      <pc:sldChg chg="addSp delSp modSp add mod ord setBg">
        <pc:chgData name="The Arunn" userId="8d673ab5b28ab0c9" providerId="LiveId" clId="{0A626045-B5C5-43FB-A413-E47F9BDE1E8C}" dt="2025-05-06T10:49:12.224" v="1592" actId="20577"/>
        <pc:sldMkLst>
          <pc:docMk/>
          <pc:sldMk cId="3045824921" sldId="355"/>
        </pc:sldMkLst>
        <pc:spChg chg="add mod">
          <ac:chgData name="The Arunn" userId="8d673ab5b28ab0c9" providerId="LiveId" clId="{0A626045-B5C5-43FB-A413-E47F9BDE1E8C}" dt="2025-05-06T10:49:12.224" v="1592" actId="20577"/>
          <ac:spMkLst>
            <pc:docMk/>
            <pc:sldMk cId="3045824921" sldId="355"/>
            <ac:spMk id="2" creationId="{6106C7E9-E4A3-C365-DDF2-71DAE5DEFFE9}"/>
          </ac:spMkLst>
        </pc:spChg>
        <pc:spChg chg="del">
          <ac:chgData name="The Arunn" userId="8d673ab5b28ab0c9" providerId="LiveId" clId="{0A626045-B5C5-43FB-A413-E47F9BDE1E8C}" dt="2025-05-05T12:46:43.527" v="995" actId="478"/>
          <ac:spMkLst>
            <pc:docMk/>
            <pc:sldMk cId="3045824921" sldId="355"/>
            <ac:spMk id="4" creationId="{A3C04044-C19D-54FC-FC01-8C71E6D39111}"/>
          </ac:spMkLst>
        </pc:spChg>
        <pc:spChg chg="add mod">
          <ac:chgData name="The Arunn" userId="8d673ab5b28ab0c9" providerId="LiveId" clId="{0A626045-B5C5-43FB-A413-E47F9BDE1E8C}" dt="2025-05-05T12:52:30.100" v="1255" actId="20577"/>
          <ac:spMkLst>
            <pc:docMk/>
            <pc:sldMk cId="3045824921" sldId="355"/>
            <ac:spMk id="9" creationId="{46B7688A-EE61-F19A-6739-FB4A57445C17}"/>
          </ac:spMkLst>
        </pc:spChg>
        <pc:spChg chg="del">
          <ac:chgData name="The Arunn" userId="8d673ab5b28ab0c9" providerId="LiveId" clId="{0A626045-B5C5-43FB-A413-E47F9BDE1E8C}" dt="2025-05-05T12:46:43.527" v="995" actId="478"/>
          <ac:spMkLst>
            <pc:docMk/>
            <pc:sldMk cId="3045824921" sldId="355"/>
            <ac:spMk id="10" creationId="{E1E7C637-8132-2A9E-7AD9-17AA3DD11605}"/>
          </ac:spMkLst>
        </pc:spChg>
        <pc:spChg chg="add mod">
          <ac:chgData name="The Arunn" userId="8d673ab5b28ab0c9" providerId="LiveId" clId="{0A626045-B5C5-43FB-A413-E47F9BDE1E8C}" dt="2025-05-05T12:48:58.753" v="1099" actId="1076"/>
          <ac:spMkLst>
            <pc:docMk/>
            <pc:sldMk cId="3045824921" sldId="355"/>
            <ac:spMk id="11" creationId="{0AD020E5-3B7A-944A-9C8A-AA243B271CEF}"/>
          </ac:spMkLst>
        </pc:spChg>
        <pc:spChg chg="del">
          <ac:chgData name="The Arunn" userId="8d673ab5b28ab0c9" providerId="LiveId" clId="{0A626045-B5C5-43FB-A413-E47F9BDE1E8C}" dt="2025-05-05T12:46:43.527" v="995" actId="478"/>
          <ac:spMkLst>
            <pc:docMk/>
            <pc:sldMk cId="3045824921" sldId="355"/>
            <ac:spMk id="12" creationId="{7B60102D-EB98-FEAF-785C-DE06AE094025}"/>
          </ac:spMkLst>
        </pc:spChg>
        <pc:spChg chg="del">
          <ac:chgData name="The Arunn" userId="8d673ab5b28ab0c9" providerId="LiveId" clId="{0A626045-B5C5-43FB-A413-E47F9BDE1E8C}" dt="2025-05-05T12:46:43.527" v="995" actId="478"/>
          <ac:spMkLst>
            <pc:docMk/>
            <pc:sldMk cId="3045824921" sldId="355"/>
            <ac:spMk id="13" creationId="{928C6AA6-A7F6-D2D1-4A4E-0E4FF435E6B9}"/>
          </ac:spMkLst>
        </pc:spChg>
        <pc:picChg chg="del">
          <ac:chgData name="The Arunn" userId="8d673ab5b28ab0c9" providerId="LiveId" clId="{0A626045-B5C5-43FB-A413-E47F9BDE1E8C}" dt="2025-05-05T12:46:43.527" v="995" actId="478"/>
          <ac:picMkLst>
            <pc:docMk/>
            <pc:sldMk cId="3045824921" sldId="355"/>
            <ac:picMk id="5" creationId="{616F94BF-7326-EA60-3BD0-0DDF6CA87951}"/>
          </ac:picMkLst>
        </pc:picChg>
        <pc:picChg chg="del">
          <ac:chgData name="The Arunn" userId="8d673ab5b28ab0c9" providerId="LiveId" clId="{0A626045-B5C5-43FB-A413-E47F9BDE1E8C}" dt="2025-05-05T12:46:43.527" v="995" actId="478"/>
          <ac:picMkLst>
            <pc:docMk/>
            <pc:sldMk cId="3045824921" sldId="355"/>
            <ac:picMk id="6" creationId="{BD20ED80-4A5D-0156-41B3-053B5A65592C}"/>
          </ac:picMkLst>
        </pc:picChg>
      </pc:sldChg>
    </pc:docChg>
  </pc:docChgLst>
  <pc:docChgLst>
    <pc:chgData name="The Arunn" userId="8d673ab5b28ab0c9" providerId="Windows Live" clId="Web-{5A142717-1755-410B-0523-E3AFB0AE6815}"/>
    <pc:docChg chg="modSld">
      <pc:chgData name="The Arunn" userId="8d673ab5b28ab0c9" providerId="Windows Live" clId="Web-{5A142717-1755-410B-0523-E3AFB0AE6815}" dt="2025-04-22T04:18:17.251" v="15" actId="14100"/>
      <pc:docMkLst>
        <pc:docMk/>
      </pc:docMkLst>
      <pc:sldChg chg="addSp delSp modSp">
        <pc:chgData name="The Arunn" userId="8d673ab5b28ab0c9" providerId="Windows Live" clId="Web-{5A142717-1755-410B-0523-E3AFB0AE6815}" dt="2025-04-22T04:18:17.251" v="15" actId="14100"/>
        <pc:sldMkLst>
          <pc:docMk/>
          <pc:sldMk cId="1375570712" sldId="256"/>
        </pc:sldMkLst>
        <pc:spChg chg="add">
          <ac:chgData name="The Arunn" userId="8d673ab5b28ab0c9" providerId="Windows Live" clId="Web-{5A142717-1755-410B-0523-E3AFB0AE6815}" dt="2025-04-22T04:15:26.683" v="7"/>
          <ac:spMkLst>
            <pc:docMk/>
            <pc:sldMk cId="1375570712" sldId="256"/>
            <ac:spMk id="4" creationId="{657A40F1-04B8-9062-5373-3441413783AE}"/>
          </ac:spMkLst>
        </pc:spChg>
        <pc:picChg chg="add mod">
          <ac:chgData name="The Arunn" userId="8d673ab5b28ab0c9" providerId="Windows Live" clId="Web-{5A142717-1755-410B-0523-E3AFB0AE6815}" dt="2025-04-22T04:18:17.251" v="15" actId="14100"/>
          <ac:picMkLst>
            <pc:docMk/>
            <pc:sldMk cId="1375570712" sldId="256"/>
            <ac:picMk id="5" creationId="{0231AC68-3997-D565-5832-DD8562058FE5}"/>
          </ac:picMkLst>
        </pc:picChg>
        <pc:picChg chg="add mod">
          <ac:chgData name="The Arunn" userId="8d673ab5b28ab0c9" providerId="Windows Live" clId="Web-{5A142717-1755-410B-0523-E3AFB0AE6815}" dt="2025-04-22T04:17:26.952" v="11" actId="1076"/>
          <ac:picMkLst>
            <pc:docMk/>
            <pc:sldMk cId="1375570712" sldId="256"/>
            <ac:picMk id="6" creationId="{3C7C97B0-1011-EEAA-11AC-BFFEDC466C0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ABFC69-E186-43BD-8FA0-27C94236416A}" type="datetimeFigureOut">
              <a:rPr lang="en-IN" smtClean="0"/>
              <a:t>07-05-2025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CA48C-B3CC-4CFB-AA69-ADCAB7C7BB12}" type="slidenum">
              <a:rPr lang="en-IN" smtClean="0"/>
              <a:t>‹#›</a:t>
            </a:fld>
            <a:endParaRPr lang="en-IN"/>
          </a:p>
        </p:txBody>
      </p:sp>
    </p:spTree>
    <p:extLst>
      <p:ext uri="{BB962C8B-B14F-4D97-AF65-F5344CB8AC3E}">
        <p14:creationId xmlns:p14="http://schemas.microsoft.com/office/powerpoint/2010/main" val="3830227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0D628-F4EF-44C7-9469-1C927DBCB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72604-C4D6-2811-0082-F94680831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BBABB-90CB-80B8-7879-D8D52F88EF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5EF6AE-0E1A-D552-25C9-B779076B72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2884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84740-394B-06FA-44B2-296435AE4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CF52D-DDEB-2D7C-B406-A37580EF8A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37A568-4086-085A-FEDF-66884B5111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751D2F5-E67E-0A74-F0FC-E36A43BDCD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9594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8851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2533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9935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2.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9.png"/><Relationship Id="rId1" Type="http://schemas.openxmlformats.org/officeDocument/2006/relationships/slideMaster" Target="../slideMasters/slideMaster2.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E132-4212-6D7B-ED1C-617CFACB84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EC5F21-5CA4-8A82-BEF2-E788347506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C1AF5F-DC78-E92B-8A32-3FDFD2B8A9C7}"/>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5" name="Footer Placeholder 4">
            <a:extLst>
              <a:ext uri="{FF2B5EF4-FFF2-40B4-BE49-F238E27FC236}">
                <a16:creationId xmlns:a16="http://schemas.microsoft.com/office/drawing/2014/main" id="{464C4561-2ED7-91EE-0A2A-074A6C7B28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1474E6-2DFF-2AD0-2AED-8878DB5BEF78}"/>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1307534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EA58C-D6EA-D106-3463-7043C873A1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D6659D-947E-4731-AF0C-2CB7243F74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E6DB59-B89A-A291-8F82-A353BB96C425}"/>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5" name="Footer Placeholder 4">
            <a:extLst>
              <a:ext uri="{FF2B5EF4-FFF2-40B4-BE49-F238E27FC236}">
                <a16:creationId xmlns:a16="http://schemas.microsoft.com/office/drawing/2014/main" id="{213364C2-BCC5-75CC-48B2-82409ABDCF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56EF1F-DFD2-2B84-781F-1E1669745905}"/>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921861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1162E-A1BC-B770-8049-CA9FB81BF2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B2D3385-A48A-6E18-DC25-22A5BDE6AB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6F81EF-FE7E-FF1D-20A1-9DB08E155023}"/>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5" name="Footer Placeholder 4">
            <a:extLst>
              <a:ext uri="{FF2B5EF4-FFF2-40B4-BE49-F238E27FC236}">
                <a16:creationId xmlns:a16="http://schemas.microsoft.com/office/drawing/2014/main" id="{CD0C4DE0-6750-551D-BB6C-D30A356610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FECBBE-7836-CD00-6D7A-E7452C50659E}"/>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30733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16C5-109E-16A2-2E3A-998A6927EE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7D0E73-4B22-B1EF-F5D6-420B8B2810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729128-ED2C-3CFA-6095-65F21A5B44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543A21E-0F99-57F7-1CEC-7923D19204E6}"/>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6" name="Footer Placeholder 5">
            <a:extLst>
              <a:ext uri="{FF2B5EF4-FFF2-40B4-BE49-F238E27FC236}">
                <a16:creationId xmlns:a16="http://schemas.microsoft.com/office/drawing/2014/main" id="{FDB6504B-0649-423D-8255-93650848B3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C24C9A-750B-BCB5-101B-5B3D4EFED113}"/>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476183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10581-DDBD-5320-F17D-2DDC0EA7F7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37885B-6316-4F75-9504-A3AFF69EFF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B5317C-6EE3-B7DA-485B-1A69A27C21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C7475A-3657-FF84-772A-48B20E0EA1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2735BD-0D55-54A3-02EA-A76EB67FDE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D8E548-DC5F-E9AC-DE62-E184045830B8}"/>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8" name="Footer Placeholder 7">
            <a:extLst>
              <a:ext uri="{FF2B5EF4-FFF2-40B4-BE49-F238E27FC236}">
                <a16:creationId xmlns:a16="http://schemas.microsoft.com/office/drawing/2014/main" id="{D3C41B55-221C-ABC2-D16B-93A81A4F5FA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FEB7A97-F455-7443-1B54-6F4759907FB8}"/>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725007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ABC6E-015F-B006-2DD5-E527C127FAE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7A2FDA4-A95B-B353-8052-FCF529425F3B}"/>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4" name="Footer Placeholder 3">
            <a:extLst>
              <a:ext uri="{FF2B5EF4-FFF2-40B4-BE49-F238E27FC236}">
                <a16:creationId xmlns:a16="http://schemas.microsoft.com/office/drawing/2014/main" id="{8D73A138-7691-9476-E345-B72C5C6B4C3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0F81F9-9454-9390-1A71-85D43D0ED45A}"/>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3986835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C75D71-7E35-1FEF-132D-62B01E158166}"/>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3" name="Footer Placeholder 2">
            <a:extLst>
              <a:ext uri="{FF2B5EF4-FFF2-40B4-BE49-F238E27FC236}">
                <a16:creationId xmlns:a16="http://schemas.microsoft.com/office/drawing/2014/main" id="{C3CF9ED6-C718-E9B6-1CAD-6A5686A11E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5F76E39-DEF3-C29B-914F-A657DED40EE1}"/>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1362749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678C1-60AC-E420-FF86-F0BF91D697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FBECE4-F9B9-9B1A-3F49-AA84A1245F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839EA36-6637-397E-3AFE-36ED8F0F7F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747AA5-AE29-B0AB-F142-FC9E0980FBB8}"/>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6" name="Footer Placeholder 5">
            <a:extLst>
              <a:ext uri="{FF2B5EF4-FFF2-40B4-BE49-F238E27FC236}">
                <a16:creationId xmlns:a16="http://schemas.microsoft.com/office/drawing/2014/main" id="{B6B63DBB-BA93-8435-446C-B501E20161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3CAEDD-1A5C-8B1C-0D51-295342C57FDF}"/>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1352780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A4A70-D5DF-52FD-78E4-BADDB3063E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B15B298-87D7-DC50-DAB4-BC5071BDE7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49A4A45-8ED6-400D-7608-DDFC19E11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8FC6D2-092F-C5C9-7E00-64EF4682C9C0}"/>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6" name="Footer Placeholder 5">
            <a:extLst>
              <a:ext uri="{FF2B5EF4-FFF2-40B4-BE49-F238E27FC236}">
                <a16:creationId xmlns:a16="http://schemas.microsoft.com/office/drawing/2014/main" id="{808B2610-231E-A95F-108E-FFF0CBFD8D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489DE0-FF5E-4634-89AC-562AA006DFD3}"/>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1711401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35C34-4829-012C-F464-6B0C55A9F2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F0E8F8-E3E6-6254-4DBA-1B5BA5AE13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C8338E-4456-F9F3-3068-901E8FA0197E}"/>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5" name="Footer Placeholder 4">
            <a:extLst>
              <a:ext uri="{FF2B5EF4-FFF2-40B4-BE49-F238E27FC236}">
                <a16:creationId xmlns:a16="http://schemas.microsoft.com/office/drawing/2014/main" id="{62121DAE-E696-CFFC-98A1-066E9ECB83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D47C85-ADF8-7DB9-457F-D68D394E3923}"/>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1651279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0CAB91-41C4-2EEF-B60E-E7081BB0C1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CB295A-328D-7C8E-DFFD-FD62F6E2DF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1EE753-D5FC-EBB0-6FFB-8ED67AD32388}"/>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5" name="Footer Placeholder 4">
            <a:extLst>
              <a:ext uri="{FF2B5EF4-FFF2-40B4-BE49-F238E27FC236}">
                <a16:creationId xmlns:a16="http://schemas.microsoft.com/office/drawing/2014/main" id="{73C0D494-7706-4185-994F-C4F0E4B578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AA8A37-7882-9C28-2227-32B9E7B8B996}"/>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725807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Title">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a:t>Click icon to insert picture</a:t>
            </a:r>
          </a:p>
        </p:txBody>
      </p:sp>
    </p:spTree>
    <p:extLst>
      <p:ext uri="{BB962C8B-B14F-4D97-AF65-F5344CB8AC3E}">
        <p14:creationId xmlns:p14="http://schemas.microsoft.com/office/powerpoint/2010/main" val="2181427650"/>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1900749879"/>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 2">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843572660"/>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2346004583"/>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3951035"/>
      </p:ext>
    </p:extLst>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Content and left Image 1">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endParaRPr lang="en-US"/>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038243"/>
      </p:ext>
    </p:extLst>
  </p:cSld>
  <p:clrMapOvr>
    <a:masterClrMapping/>
  </p:clrMapOvr>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4037973606"/>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1932662925"/>
      </p:ext>
    </p:extLst>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4037112253"/>
      </p:ext>
    </p:extLst>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3835419922"/>
      </p:ext>
    </p:extLst>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E132-4212-6D7B-ED1C-617CFACB84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EC5F21-5CA4-8A82-BEF2-E788347506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C1AF5F-DC78-E92B-8A32-3FDFD2B8A9C7}"/>
              </a:ext>
            </a:extLst>
          </p:cNvPr>
          <p:cNvSpPr>
            <a:spLocks noGrp="1"/>
          </p:cNvSpPr>
          <p:nvPr>
            <p:ph type="dt" sz="half" idx="10"/>
          </p:nvPr>
        </p:nvSpPr>
        <p:spPr/>
        <p:txBody>
          <a:bodyPr/>
          <a:lstStyle/>
          <a:p>
            <a:fld id="{E79974A5-186F-42A9-99F1-F9B34E280520}" type="datetimeFigureOut">
              <a:rPr lang="en-IN" smtClean="0"/>
              <a:t>07-05-2025</a:t>
            </a:fld>
            <a:endParaRPr lang="en-IN"/>
          </a:p>
        </p:txBody>
      </p:sp>
      <p:sp>
        <p:nvSpPr>
          <p:cNvPr id="5" name="Footer Placeholder 4">
            <a:extLst>
              <a:ext uri="{FF2B5EF4-FFF2-40B4-BE49-F238E27FC236}">
                <a16:creationId xmlns:a16="http://schemas.microsoft.com/office/drawing/2014/main" id="{464C4561-2ED7-91EE-0A2A-074A6C7B28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1474E6-2DFF-2AD0-2AED-8878DB5BEF78}"/>
              </a:ext>
            </a:extLst>
          </p:cNvPr>
          <p:cNvSpPr>
            <a:spLocks noGrp="1"/>
          </p:cNvSpPr>
          <p:nvPr>
            <p:ph type="sldNum" sz="quarter" idx="12"/>
          </p:nvPr>
        </p:nvSpPr>
        <p:spPr/>
        <p:txBody>
          <a:bodyPr/>
          <a:lstStyle/>
          <a:p>
            <a:fld id="{C487444E-2F8A-4222-B923-60BBD071B01E}" type="slidenum">
              <a:rPr lang="en-IN" smtClean="0"/>
              <a:t>‹#›</a:t>
            </a:fld>
            <a:endParaRPr lang="en-IN"/>
          </a:p>
        </p:txBody>
      </p:sp>
    </p:spTree>
    <p:extLst>
      <p:ext uri="{BB962C8B-B14F-4D97-AF65-F5344CB8AC3E}">
        <p14:creationId xmlns:p14="http://schemas.microsoft.com/office/powerpoint/2010/main" val="4167942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C30552-67A2-45A5-5F4D-D2F3C6ABB5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C211C6-E4D8-C356-F09A-493CE75D54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E81966-C76F-4E7D-0716-540274FBF0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9974A5-186F-42A9-99F1-F9B34E280520}" type="datetimeFigureOut">
              <a:rPr lang="en-IN" smtClean="0"/>
              <a:t>07-05-2025</a:t>
            </a:fld>
            <a:endParaRPr lang="en-IN"/>
          </a:p>
        </p:txBody>
      </p:sp>
      <p:sp>
        <p:nvSpPr>
          <p:cNvPr id="5" name="Footer Placeholder 4">
            <a:extLst>
              <a:ext uri="{FF2B5EF4-FFF2-40B4-BE49-F238E27FC236}">
                <a16:creationId xmlns:a16="http://schemas.microsoft.com/office/drawing/2014/main" id="{9FF480F9-7962-7F11-5CCE-D5A22795EC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D2FDC58-D27D-884B-95ED-FBBE2BE48B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87444E-2F8A-4222-B923-60BBD071B01E}" type="slidenum">
              <a:rPr lang="en-IN" smtClean="0"/>
              <a:t>‹#›</a:t>
            </a:fld>
            <a:endParaRPr lang="en-IN"/>
          </a:p>
        </p:txBody>
      </p:sp>
    </p:spTree>
    <p:extLst>
      <p:ext uri="{BB962C8B-B14F-4D97-AF65-F5344CB8AC3E}">
        <p14:creationId xmlns:p14="http://schemas.microsoft.com/office/powerpoint/2010/main" val="2711142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2FA</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4966632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mailto:abarunnn@gmail.com" TargetMode="External"/><Relationship Id="rId1" Type="http://schemas.openxmlformats.org/officeDocument/2006/relationships/slideLayout" Target="../slideLayouts/slideLayout12.xml"/><Relationship Id="rId4" Type="http://schemas.openxmlformats.org/officeDocument/2006/relationships/image" Target="../media/image3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A6EEDF-6520-2BEB-8BF9-164005E728A1}"/>
              </a:ext>
            </a:extLst>
          </p:cNvPr>
          <p:cNvSpPr txBox="1">
            <a:spLocks/>
          </p:cNvSpPr>
          <p:nvPr/>
        </p:nvSpPr>
        <p:spPr>
          <a:xfrm>
            <a:off x="1102615" y="3388022"/>
            <a:ext cx="9995934" cy="702709"/>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800" kern="1200" cap="all" baseline="0">
                <a:solidFill>
                  <a:schemeClr val="bg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500" b="0" i="0" u="none" strike="noStrike" kern="1200" cap="all" spc="0" normalizeH="0" baseline="0" noProof="0" dirty="0">
                <a:ln>
                  <a:noFill/>
                </a:ln>
                <a:solidFill>
                  <a:srgbClr val="70AD47"/>
                </a:solidFill>
                <a:effectLst/>
                <a:uLnTx/>
                <a:uFillTx/>
                <a:latin typeface="Tenorite"/>
                <a:ea typeface="+mj-ea"/>
                <a:cs typeface="+mj-cs"/>
              </a:rPr>
              <a:t>TWO FACTOR AUTHENTICATION</a:t>
            </a:r>
          </a:p>
        </p:txBody>
      </p:sp>
      <p:sp>
        <p:nvSpPr>
          <p:cNvPr id="12" name="Content Placeholder 3">
            <a:extLst>
              <a:ext uri="{FF2B5EF4-FFF2-40B4-BE49-F238E27FC236}">
                <a16:creationId xmlns:a16="http://schemas.microsoft.com/office/drawing/2014/main" id="{A4352561-2D33-8AFD-81CD-3612528906EB}"/>
              </a:ext>
            </a:extLst>
          </p:cNvPr>
          <p:cNvSpPr txBox="1">
            <a:spLocks/>
          </p:cNvSpPr>
          <p:nvPr/>
        </p:nvSpPr>
        <p:spPr>
          <a:xfrm>
            <a:off x="1102614" y="5223746"/>
            <a:ext cx="3502820" cy="422312"/>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200" b="0" i="0" u="none" strike="noStrike" kern="1200" cap="none" spc="0" normalizeH="0" baseline="0" noProof="0" dirty="0">
                <a:ln>
                  <a:noFill/>
                </a:ln>
                <a:solidFill>
                  <a:prstClr val="white"/>
                </a:solidFill>
                <a:effectLst/>
                <a:uLnTx/>
                <a:uFillTx/>
                <a:latin typeface="Tenorite"/>
                <a:ea typeface="+mn-ea"/>
                <a:cs typeface="+mn-cs"/>
              </a:rPr>
              <a:t>Guided by </a:t>
            </a:r>
            <a:r>
              <a:rPr kumimoji="0" lang="en-IN" sz="2200" b="0" i="0" u="none" strike="noStrike" kern="1200" cap="none" spc="0" normalizeH="0" baseline="0" noProof="0" dirty="0">
                <a:ln>
                  <a:noFill/>
                </a:ln>
                <a:solidFill>
                  <a:srgbClr val="70AD47"/>
                </a:solidFill>
                <a:effectLst/>
                <a:uLnTx/>
                <a:uFillTx/>
                <a:latin typeface="Tenorite"/>
                <a:ea typeface="+mn-ea"/>
                <a:cs typeface="+mn-cs"/>
              </a:rPr>
              <a:t>Mr. Ravi J. Patel</a:t>
            </a:r>
            <a:endParaRPr kumimoji="0" lang="en-US" sz="2200" b="0" i="0" u="none" strike="noStrike" kern="1200" cap="none" spc="0" normalizeH="0" baseline="0" noProof="0">
              <a:ln>
                <a:noFill/>
              </a:ln>
              <a:solidFill>
                <a:srgbClr val="70AD47"/>
              </a:solidFill>
              <a:effectLst/>
              <a:uLnTx/>
              <a:uFillTx/>
              <a:latin typeface="Tenorite"/>
              <a:ea typeface="+mn-ea"/>
              <a:cs typeface="+mn-cs"/>
            </a:endParaRPr>
          </a:p>
        </p:txBody>
      </p:sp>
      <p:sp>
        <p:nvSpPr>
          <p:cNvPr id="13" name="Content Placeholder 3">
            <a:extLst>
              <a:ext uri="{FF2B5EF4-FFF2-40B4-BE49-F238E27FC236}">
                <a16:creationId xmlns:a16="http://schemas.microsoft.com/office/drawing/2014/main" id="{610E02EF-C793-3072-757D-BBECEABEB049}"/>
              </a:ext>
            </a:extLst>
          </p:cNvPr>
          <p:cNvSpPr txBox="1">
            <a:spLocks/>
          </p:cNvSpPr>
          <p:nvPr/>
        </p:nvSpPr>
        <p:spPr>
          <a:xfrm>
            <a:off x="7127521" y="5223745"/>
            <a:ext cx="4022260" cy="422312"/>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200" b="0" i="0" u="none" strike="noStrike" kern="1200" cap="none" spc="0" normalizeH="0" baseline="0" noProof="0" dirty="0">
                <a:ln>
                  <a:noFill/>
                </a:ln>
                <a:solidFill>
                  <a:prstClr val="white"/>
                </a:solidFill>
                <a:effectLst/>
                <a:uLnTx/>
                <a:uFillTx/>
                <a:latin typeface="Tenorite"/>
                <a:ea typeface="+mn-ea"/>
                <a:cs typeface="+mn-cs"/>
              </a:rPr>
              <a:t>Presented by </a:t>
            </a:r>
            <a:r>
              <a:rPr kumimoji="0" lang="en-IN" sz="2200" b="0" i="0" u="none" strike="noStrike" kern="1200" cap="none" spc="0" normalizeH="0" baseline="0" noProof="0" dirty="0">
                <a:ln>
                  <a:noFill/>
                </a:ln>
                <a:solidFill>
                  <a:srgbClr val="70AD47"/>
                </a:solidFill>
                <a:effectLst/>
                <a:uLnTx/>
                <a:uFillTx/>
                <a:latin typeface="Tenorite"/>
                <a:ea typeface="+mn-ea"/>
                <a:cs typeface="+mn-cs"/>
              </a:rPr>
              <a:t>Mr. Arun S. Bharti</a:t>
            </a:r>
            <a:endParaRPr kumimoji="0" lang="en-US" sz="2200" b="0" i="0" u="none" strike="noStrike" kern="1200" cap="none" spc="0" normalizeH="0" baseline="0" noProof="0" dirty="0">
              <a:ln>
                <a:noFill/>
              </a:ln>
              <a:solidFill>
                <a:srgbClr val="70AD47"/>
              </a:solidFill>
              <a:effectLst/>
              <a:uLnTx/>
              <a:uFillTx/>
              <a:latin typeface="Tenorite"/>
              <a:ea typeface="+mn-ea"/>
              <a:cs typeface="+mn-cs"/>
            </a:endParaRPr>
          </a:p>
        </p:txBody>
      </p:sp>
      <p:sp>
        <p:nvSpPr>
          <p:cNvPr id="4" name="TextBox 5">
            <a:extLst>
              <a:ext uri="{FF2B5EF4-FFF2-40B4-BE49-F238E27FC236}">
                <a16:creationId xmlns:a16="http://schemas.microsoft.com/office/drawing/2014/main" id="{657A40F1-04B8-9062-5373-3441413783AE}"/>
              </a:ext>
            </a:extLst>
          </p:cNvPr>
          <p:cNvSpPr txBox="1"/>
          <p:nvPr/>
        </p:nvSpPr>
        <p:spPr>
          <a:xfrm>
            <a:off x="3201189" y="782802"/>
            <a:ext cx="5791198" cy="132343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000" b="1" dirty="0">
                <a:solidFill>
                  <a:schemeClr val="accent5"/>
                </a:solidFill>
                <a:latin typeface="Calibri"/>
                <a:ea typeface="Calibri"/>
                <a:cs typeface="Calibri"/>
              </a:rPr>
              <a:t>Bhagwan Mahavir College of Computer Application</a:t>
            </a:r>
            <a:endParaRPr lang="en-US" sz="4000" b="1">
              <a:solidFill>
                <a:schemeClr val="accent5"/>
              </a:solidFill>
              <a:ea typeface="Calibri"/>
              <a:cs typeface="Calibri"/>
            </a:endParaRPr>
          </a:p>
        </p:txBody>
      </p:sp>
      <p:pic>
        <p:nvPicPr>
          <p:cNvPr id="5" name="Picture 4" descr="A logo with text and a book&#10;&#10;AI-generated content may be incorrect.">
            <a:extLst>
              <a:ext uri="{FF2B5EF4-FFF2-40B4-BE49-F238E27FC236}">
                <a16:creationId xmlns:a16="http://schemas.microsoft.com/office/drawing/2014/main" id="{0231AC68-3997-D565-5832-DD8562058FE5}"/>
              </a:ext>
            </a:extLst>
          </p:cNvPr>
          <p:cNvPicPr>
            <a:picLocks noChangeAspect="1"/>
          </p:cNvPicPr>
          <p:nvPr/>
        </p:nvPicPr>
        <p:blipFill>
          <a:blip r:embed="rId2"/>
          <a:stretch>
            <a:fillRect/>
          </a:stretch>
        </p:blipFill>
        <p:spPr>
          <a:xfrm>
            <a:off x="9337989" y="471737"/>
            <a:ext cx="1965446" cy="1962551"/>
          </a:xfrm>
          <a:prstGeom prst="rect">
            <a:avLst/>
          </a:prstGeom>
        </p:spPr>
      </p:pic>
      <p:pic>
        <p:nvPicPr>
          <p:cNvPr id="6" name="Picture 5" descr="A blue and orange shield with a book and text&#10;&#10;AI-generated content may be incorrect.">
            <a:extLst>
              <a:ext uri="{FF2B5EF4-FFF2-40B4-BE49-F238E27FC236}">
                <a16:creationId xmlns:a16="http://schemas.microsoft.com/office/drawing/2014/main" id="{3C7C97B0-1011-EEAA-11AC-BFFEDC466C0C}"/>
              </a:ext>
            </a:extLst>
          </p:cNvPr>
          <p:cNvPicPr>
            <a:picLocks noChangeAspect="1"/>
          </p:cNvPicPr>
          <p:nvPr/>
        </p:nvPicPr>
        <p:blipFill>
          <a:blip r:embed="rId3"/>
          <a:stretch>
            <a:fillRect/>
          </a:stretch>
        </p:blipFill>
        <p:spPr>
          <a:xfrm>
            <a:off x="618440" y="467459"/>
            <a:ext cx="2256390" cy="1970536"/>
          </a:xfrm>
          <a:prstGeom prst="rect">
            <a:avLst/>
          </a:prstGeom>
        </p:spPr>
      </p:pic>
    </p:spTree>
    <p:extLst>
      <p:ext uri="{BB962C8B-B14F-4D97-AF65-F5344CB8AC3E}">
        <p14:creationId xmlns:p14="http://schemas.microsoft.com/office/powerpoint/2010/main" val="137557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D4430-1280-7BCE-733A-A9CAC7FA7945}"/>
              </a:ext>
            </a:extLst>
          </p:cNvPr>
          <p:cNvSpPr>
            <a:spLocks noGrp="1"/>
          </p:cNvSpPr>
          <p:nvPr>
            <p:ph type="title"/>
          </p:nvPr>
        </p:nvSpPr>
        <p:spPr>
          <a:xfrm>
            <a:off x="914399" y="458910"/>
            <a:ext cx="10386648" cy="1111093"/>
          </a:xfrm>
        </p:spPr>
        <p:txBody>
          <a:bodyPr/>
          <a:lstStyle/>
          <a:p>
            <a:r>
              <a:rPr lang="en-IN" dirty="0"/>
              <a:t>Table of contents -</a:t>
            </a:r>
          </a:p>
        </p:txBody>
      </p:sp>
      <p:pic>
        <p:nvPicPr>
          <p:cNvPr id="6" name="Content Placeholder 5" descr="2FA index">
            <a:extLst>
              <a:ext uri="{FF2B5EF4-FFF2-40B4-BE49-F238E27FC236}">
                <a16:creationId xmlns:a16="http://schemas.microsoft.com/office/drawing/2014/main" id="{3D7B454D-FB80-12FF-CB95-E74A2BD3DD3D}"/>
              </a:ext>
            </a:extLst>
          </p:cNvPr>
          <p:cNvPicPr>
            <a:picLocks noGrp="1" noChangeAspect="1"/>
          </p:cNvPicPr>
          <p:nvPr>
            <p:ph sz="quarter" idx="10"/>
          </p:nvPr>
        </p:nvPicPr>
        <p:blipFill>
          <a:blip r:embed="rId2"/>
          <a:srcRect l="8685" t="1712" r="6037" b="150"/>
          <a:stretch/>
        </p:blipFill>
        <p:spPr>
          <a:xfrm>
            <a:off x="738553" y="1824940"/>
            <a:ext cx="3603091" cy="4334126"/>
          </a:xfrm>
        </p:spPr>
      </p:pic>
      <p:graphicFrame>
        <p:nvGraphicFramePr>
          <p:cNvPr id="7" name="Table Placeholder 6">
            <a:extLst>
              <a:ext uri="{FF2B5EF4-FFF2-40B4-BE49-F238E27FC236}">
                <a16:creationId xmlns:a16="http://schemas.microsoft.com/office/drawing/2014/main" id="{1CB8E265-AAF3-53F1-4081-63FCAC932BBB}"/>
              </a:ext>
            </a:extLst>
          </p:cNvPr>
          <p:cNvGraphicFramePr>
            <a:graphicFrameLocks noGrp="1"/>
          </p:cNvGraphicFramePr>
          <p:nvPr>
            <p:ph type="tbl" sz="quarter" idx="11"/>
            <p:extLst>
              <p:ext uri="{D42A27DB-BD31-4B8C-83A1-F6EECF244321}">
                <p14:modId xmlns:p14="http://schemas.microsoft.com/office/powerpoint/2010/main" val="3562730985"/>
              </p:ext>
            </p:extLst>
          </p:nvPr>
        </p:nvGraphicFramePr>
        <p:xfrm>
          <a:off x="4674381" y="2130474"/>
          <a:ext cx="6553383" cy="3708686"/>
        </p:xfrm>
        <a:graphic>
          <a:graphicData uri="http://schemas.openxmlformats.org/drawingml/2006/table">
            <a:tbl>
              <a:tblPr firstRow="1" bandRow="1">
                <a:tableStyleId>{5C22544A-7EE6-4342-B048-85BDC9FD1C3A}</a:tableStyleId>
              </a:tblPr>
              <a:tblGrid>
                <a:gridCol w="445083">
                  <a:extLst>
                    <a:ext uri="{9D8B030D-6E8A-4147-A177-3AD203B41FA5}">
                      <a16:colId xmlns:a16="http://schemas.microsoft.com/office/drawing/2014/main" val="2244234832"/>
                    </a:ext>
                  </a:extLst>
                </a:gridCol>
                <a:gridCol w="6108300">
                  <a:extLst>
                    <a:ext uri="{9D8B030D-6E8A-4147-A177-3AD203B41FA5}">
                      <a16:colId xmlns:a16="http://schemas.microsoft.com/office/drawing/2014/main" val="1269673534"/>
                    </a:ext>
                  </a:extLst>
                </a:gridCol>
              </a:tblGrid>
              <a:tr h="582793">
                <a:tc>
                  <a:txBody>
                    <a:bodyPr/>
                    <a:lstStyle/>
                    <a:p>
                      <a:r>
                        <a:rPr lang="en-IN" dirty="0">
                          <a:solidFill>
                            <a:schemeClr val="tx1"/>
                          </a:solidFill>
                        </a:rPr>
                        <a:t>SR</a:t>
                      </a:r>
                    </a:p>
                  </a:txBody>
                  <a:tcPr/>
                </a:tc>
                <a:tc>
                  <a:txBody>
                    <a:bodyPr/>
                    <a:lstStyle/>
                    <a:p>
                      <a:r>
                        <a:rPr lang="en-IN" dirty="0">
                          <a:solidFill>
                            <a:schemeClr val="tx1"/>
                          </a:solidFill>
                        </a:rPr>
                        <a:t>Headings</a:t>
                      </a:r>
                    </a:p>
                  </a:txBody>
                  <a:tcPr>
                    <a:solidFill>
                      <a:schemeClr val="bg1"/>
                    </a:solidFill>
                  </a:tcPr>
                </a:tc>
                <a:extLst>
                  <a:ext uri="{0D108BD9-81ED-4DB2-BD59-A6C34878D82A}">
                    <a16:rowId xmlns:a16="http://schemas.microsoft.com/office/drawing/2014/main" val="2620360174"/>
                  </a:ext>
                </a:extLst>
              </a:tr>
              <a:tr h="423850">
                <a:tc>
                  <a:txBody>
                    <a:bodyPr/>
                    <a:lstStyle/>
                    <a:p>
                      <a:r>
                        <a:rPr lang="en-IN" dirty="0"/>
                        <a:t>1</a:t>
                      </a:r>
                    </a:p>
                  </a:txBody>
                  <a:tcPr/>
                </a:tc>
                <a:tc>
                  <a:txBody>
                    <a:bodyPr/>
                    <a:lstStyle/>
                    <a:p>
                      <a:r>
                        <a:rPr lang="en-IN" dirty="0"/>
                        <a:t>Introduction to Two Factor Authentication</a:t>
                      </a:r>
                    </a:p>
                  </a:txBody>
                  <a:tcPr>
                    <a:solidFill>
                      <a:schemeClr val="bg1"/>
                    </a:solidFill>
                  </a:tcPr>
                </a:tc>
                <a:extLst>
                  <a:ext uri="{0D108BD9-81ED-4DB2-BD59-A6C34878D82A}">
                    <a16:rowId xmlns:a16="http://schemas.microsoft.com/office/drawing/2014/main" val="1801999818"/>
                  </a:ext>
                </a:extLst>
              </a:tr>
              <a:tr h="423850">
                <a:tc>
                  <a:txBody>
                    <a:bodyPr/>
                    <a:lstStyle/>
                    <a:p>
                      <a:r>
                        <a:rPr lang="en-IN" dirty="0"/>
                        <a:t>2</a:t>
                      </a:r>
                    </a:p>
                  </a:txBody>
                  <a:tcPr/>
                </a:tc>
                <a:tc>
                  <a:txBody>
                    <a:bodyPr/>
                    <a:lstStyle/>
                    <a:p>
                      <a:r>
                        <a:rPr lang="en-IN" dirty="0"/>
                        <a:t>Types of Two Factor Authentication</a:t>
                      </a:r>
                    </a:p>
                  </a:txBody>
                  <a:tcPr>
                    <a:solidFill>
                      <a:schemeClr val="bg1"/>
                    </a:solidFill>
                  </a:tcPr>
                </a:tc>
                <a:extLst>
                  <a:ext uri="{0D108BD9-81ED-4DB2-BD59-A6C34878D82A}">
                    <a16:rowId xmlns:a16="http://schemas.microsoft.com/office/drawing/2014/main" val="3495909150"/>
                  </a:ext>
                </a:extLst>
              </a:tr>
              <a:tr h="423850">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noProof="0" dirty="0">
                          <a:solidFill>
                            <a:srgbClr val="000000"/>
                          </a:solidFill>
                          <a:latin typeface="+mn-lt"/>
                        </a:rPr>
                        <a:t>Step-by-Step 2FA Login Flow</a:t>
                      </a:r>
                    </a:p>
                  </a:txBody>
                  <a:tcPr>
                    <a:solidFill>
                      <a:schemeClr val="bg1"/>
                    </a:solidFill>
                  </a:tcPr>
                </a:tc>
                <a:extLst>
                  <a:ext uri="{0D108BD9-81ED-4DB2-BD59-A6C34878D82A}">
                    <a16:rowId xmlns:a16="http://schemas.microsoft.com/office/drawing/2014/main" val="3572322468"/>
                  </a:ext>
                </a:extLst>
              </a:tr>
              <a:tr h="423850">
                <a:tc>
                  <a:txBody>
                    <a:bodyPr/>
                    <a:lstStyle/>
                    <a:p>
                      <a:r>
                        <a:rPr lang="en-IN" dirty="0"/>
                        <a:t>4</a:t>
                      </a:r>
                    </a:p>
                  </a:txBody>
                  <a:tcPr/>
                </a:tc>
                <a:tc>
                  <a:txBody>
                    <a:bodyPr/>
                    <a:lstStyle/>
                    <a:p>
                      <a:pPr lvl="0">
                        <a:buNone/>
                      </a:pPr>
                      <a:r>
                        <a:rPr lang="en-IN" dirty="0"/>
                        <a:t>Benefits of Two Factor Authentication</a:t>
                      </a:r>
                      <a:endParaRPr lang="en-IN" sz="1800" b="0" i="0" u="none" strike="noStrike" noProof="0" dirty="0">
                        <a:solidFill>
                          <a:srgbClr val="000000"/>
                        </a:solidFill>
                        <a:latin typeface="Tenorite"/>
                      </a:endParaRPr>
                    </a:p>
                  </a:txBody>
                  <a:tcPr>
                    <a:solidFill>
                      <a:schemeClr val="bg1"/>
                    </a:solidFill>
                  </a:tcPr>
                </a:tc>
                <a:extLst>
                  <a:ext uri="{0D108BD9-81ED-4DB2-BD59-A6C34878D82A}">
                    <a16:rowId xmlns:a16="http://schemas.microsoft.com/office/drawing/2014/main" val="2974485488"/>
                  </a:ext>
                </a:extLst>
              </a:tr>
              <a:tr h="423850">
                <a:tc>
                  <a:txBody>
                    <a:bodyPr/>
                    <a:lstStyle/>
                    <a:p>
                      <a:r>
                        <a:rPr lang="en-IN" dirty="0"/>
                        <a:t>5</a:t>
                      </a:r>
                    </a:p>
                  </a:txBody>
                  <a:tcPr/>
                </a:tc>
                <a:tc>
                  <a:txBody>
                    <a:bodyPr/>
                    <a:lstStyle/>
                    <a:p>
                      <a:pPr lvl="0">
                        <a:buNone/>
                      </a:pPr>
                      <a:r>
                        <a:rPr lang="en-IN" sz="1800" b="0" i="0" u="none" strike="noStrike" noProof="0" dirty="0">
                          <a:solidFill>
                            <a:srgbClr val="000000"/>
                          </a:solidFill>
                          <a:latin typeface="Tenorite"/>
                        </a:rPr>
                        <a:t>Challenges and limitations</a:t>
                      </a:r>
                      <a:endParaRPr lang="en-US" dirty="0"/>
                    </a:p>
                  </a:txBody>
                  <a:tcPr>
                    <a:solidFill>
                      <a:schemeClr val="bg1"/>
                    </a:solidFill>
                  </a:tcPr>
                </a:tc>
                <a:extLst>
                  <a:ext uri="{0D108BD9-81ED-4DB2-BD59-A6C34878D82A}">
                    <a16:rowId xmlns:a16="http://schemas.microsoft.com/office/drawing/2014/main" val="683828170"/>
                  </a:ext>
                </a:extLst>
              </a:tr>
              <a:tr h="423850">
                <a:tc>
                  <a:txBody>
                    <a:bodyPr/>
                    <a:lstStyle/>
                    <a:p>
                      <a:r>
                        <a:rPr lang="en-IN" dirty="0"/>
                        <a:t>6</a:t>
                      </a:r>
                    </a:p>
                  </a:txBody>
                  <a:tcPr/>
                </a:tc>
                <a:tc>
                  <a:txBody>
                    <a:bodyPr/>
                    <a:lstStyle/>
                    <a:p>
                      <a:pPr lvl="0">
                        <a:buNone/>
                      </a:pPr>
                      <a:r>
                        <a:rPr lang="en-IN" sz="1800" b="0" i="0" u="none" strike="noStrike" noProof="0" dirty="0">
                          <a:solidFill>
                            <a:srgbClr val="000000"/>
                          </a:solidFill>
                          <a:latin typeface="Tenorite"/>
                        </a:rPr>
                        <a:t>Future of Two Factor Authentication</a:t>
                      </a:r>
                      <a:endParaRPr lang="en-US" dirty="0"/>
                    </a:p>
                  </a:txBody>
                  <a:tcPr>
                    <a:solidFill>
                      <a:schemeClr val="bg1"/>
                    </a:solidFill>
                  </a:tcPr>
                </a:tc>
                <a:extLst>
                  <a:ext uri="{0D108BD9-81ED-4DB2-BD59-A6C34878D82A}">
                    <a16:rowId xmlns:a16="http://schemas.microsoft.com/office/drawing/2014/main" val="522483367"/>
                  </a:ext>
                </a:extLst>
              </a:tr>
              <a:tr h="582793">
                <a:tc>
                  <a:txBody>
                    <a:bodyPr/>
                    <a:lstStyle/>
                    <a:p>
                      <a:pPr lvl="0">
                        <a:buNone/>
                      </a:pPr>
                      <a:r>
                        <a:rPr lang="en-IN" dirty="0"/>
                        <a:t>7</a:t>
                      </a:r>
                    </a:p>
                  </a:txBody>
                  <a:tcPr/>
                </a:tc>
                <a:tc>
                  <a:txBody>
                    <a:bodyPr/>
                    <a:lstStyle/>
                    <a:p>
                      <a:pPr lvl="0" algn="l">
                        <a:lnSpc>
                          <a:spcPct val="100000"/>
                        </a:lnSpc>
                        <a:spcBef>
                          <a:spcPts val="0"/>
                        </a:spcBef>
                        <a:spcAft>
                          <a:spcPts val="0"/>
                        </a:spcAft>
                        <a:buNone/>
                      </a:pPr>
                      <a:r>
                        <a:rPr lang="en-IN" sz="1800" b="0" i="0" u="none" strike="noStrike" noProof="0" dirty="0">
                          <a:solidFill>
                            <a:srgbClr val="000000"/>
                          </a:solidFill>
                          <a:latin typeface="Tenorite"/>
                        </a:rPr>
                        <a:t>Conclusion</a:t>
                      </a:r>
                    </a:p>
                  </a:txBody>
                  <a:tcPr>
                    <a:solidFill>
                      <a:schemeClr val="bg1"/>
                    </a:solidFill>
                  </a:tcPr>
                </a:tc>
                <a:extLst>
                  <a:ext uri="{0D108BD9-81ED-4DB2-BD59-A6C34878D82A}">
                    <a16:rowId xmlns:a16="http://schemas.microsoft.com/office/drawing/2014/main" val="632243037"/>
                  </a:ext>
                </a:extLst>
              </a:tr>
            </a:tbl>
          </a:graphicData>
        </a:graphic>
      </p:graphicFrame>
    </p:spTree>
    <p:extLst>
      <p:ext uri="{BB962C8B-B14F-4D97-AF65-F5344CB8AC3E}">
        <p14:creationId xmlns:p14="http://schemas.microsoft.com/office/powerpoint/2010/main" val="753851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4330251-FB5D-6807-264B-35E06C2C52B6}"/>
              </a:ext>
            </a:extLst>
          </p:cNvPr>
          <p:cNvSpPr>
            <a:spLocks noGrp="1"/>
          </p:cNvSpPr>
          <p:nvPr>
            <p:ph idx="1"/>
          </p:nvPr>
        </p:nvSpPr>
        <p:spPr/>
        <p:txBody>
          <a:bodyPr vert="horz" lIns="91440" tIns="45720" rIns="91440" bIns="45720" rtlCol="0" anchor="t">
            <a:normAutofit/>
          </a:bodyPr>
          <a:lstStyle/>
          <a:p>
            <a:pPr algn="just"/>
            <a:r>
              <a:rPr lang="en-US" dirty="0"/>
              <a:t>Two-factor authentication adds an extra layer of security. It requires two forms of verification. This protects accounts from unauthorized access.</a:t>
            </a:r>
            <a:endParaRPr lang="en-US" dirty="0">
              <a:solidFill>
                <a:srgbClr val="000000"/>
              </a:solidFill>
            </a:endParaRPr>
          </a:p>
        </p:txBody>
      </p:sp>
      <p:sp>
        <p:nvSpPr>
          <p:cNvPr id="7" name="Title 6">
            <a:extLst>
              <a:ext uri="{FF2B5EF4-FFF2-40B4-BE49-F238E27FC236}">
                <a16:creationId xmlns:a16="http://schemas.microsoft.com/office/drawing/2014/main" id="{B4330230-E776-4DE6-35F7-DDAA3FFD44F9}"/>
              </a:ext>
            </a:extLst>
          </p:cNvPr>
          <p:cNvSpPr>
            <a:spLocks noGrp="1"/>
          </p:cNvSpPr>
          <p:nvPr>
            <p:ph type="title"/>
          </p:nvPr>
        </p:nvSpPr>
        <p:spPr>
          <a:xfrm>
            <a:off x="6091515" y="1710521"/>
            <a:ext cx="5057104" cy="1948584"/>
          </a:xfrm>
        </p:spPr>
        <p:txBody>
          <a:bodyPr/>
          <a:lstStyle/>
          <a:p>
            <a:r>
              <a:rPr lang="en-US" sz="3200" dirty="0"/>
              <a:t>What is Two Factor AUTHENTICATION (2FA)?</a:t>
            </a:r>
          </a:p>
        </p:txBody>
      </p:sp>
      <p:sp>
        <p:nvSpPr>
          <p:cNvPr id="10" name="Title 2">
            <a:extLst>
              <a:ext uri="{FF2B5EF4-FFF2-40B4-BE49-F238E27FC236}">
                <a16:creationId xmlns:a16="http://schemas.microsoft.com/office/drawing/2014/main" id="{B17463A1-436C-9BED-860E-B6184FE501B7}"/>
              </a:ext>
            </a:extLst>
          </p:cNvPr>
          <p:cNvSpPr txBox="1">
            <a:spLocks/>
          </p:cNvSpPr>
          <p:nvPr/>
        </p:nvSpPr>
        <p:spPr>
          <a:xfrm>
            <a:off x="4338455" y="753294"/>
            <a:ext cx="7857350" cy="510522"/>
          </a:xfrm>
          <a:prstGeom prst="rect">
            <a:avLst/>
          </a:prstGeom>
        </p:spPr>
        <p:txBody>
          <a:bodyPr vert="horz" lIns="91440" tIns="45720" rIns="91440" bIns="45720" rtlCol="0" anchor="b">
            <a:normAutofit/>
          </a:bodyPr>
          <a:lstStyle>
            <a:defPPr>
              <a:defRPr lang="en-US"/>
            </a:defPPr>
            <a:lvl1pPr marL="0"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all" spc="0" normalizeH="0" baseline="0" noProof="0">
                <a:ln>
                  <a:noFill/>
                </a:ln>
                <a:solidFill>
                  <a:srgbClr val="70AD47"/>
                </a:solidFill>
                <a:effectLst/>
                <a:uLnTx/>
                <a:uFillTx/>
                <a:latin typeface="Tenorite"/>
                <a:ea typeface="+mj-ea"/>
                <a:cs typeface="+mj-cs"/>
              </a:rPr>
              <a:t>01. Introduction to Two Factor AUTHENTICATION</a:t>
            </a:r>
          </a:p>
        </p:txBody>
      </p:sp>
    </p:spTree>
    <p:extLst>
      <p:ext uri="{BB962C8B-B14F-4D97-AF65-F5344CB8AC3E}">
        <p14:creationId xmlns:p14="http://schemas.microsoft.com/office/powerpoint/2010/main" val="3175154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Content Placeholder 12">
            <a:extLst>
              <a:ext uri="{FF2B5EF4-FFF2-40B4-BE49-F238E27FC236}">
                <a16:creationId xmlns:a16="http://schemas.microsoft.com/office/drawing/2014/main" id="{B77B734D-D021-6890-F19F-00CC3E9E75D5}"/>
              </a:ext>
            </a:extLst>
          </p:cNvPr>
          <p:cNvSpPr>
            <a:spLocks noGrp="1"/>
          </p:cNvSpPr>
          <p:nvPr>
            <p:ph sz="quarter" idx="10"/>
          </p:nvPr>
        </p:nvSpPr>
        <p:spPr>
          <a:xfrm>
            <a:off x="837096" y="2204278"/>
            <a:ext cx="5181600" cy="3802615"/>
          </a:xfrm>
        </p:spPr>
        <p:txBody>
          <a:bodyPr vert="horz" lIns="91440" tIns="45720" rIns="91440" bIns="45720" rtlCol="0" anchor="t">
            <a:noAutofit/>
          </a:bodyPr>
          <a:lstStyle/>
          <a:p>
            <a:pPr algn="just">
              <a:lnSpc>
                <a:spcPct val="90000"/>
              </a:lnSpc>
            </a:pPr>
            <a:r>
              <a:rPr lang="en-US" dirty="0"/>
              <a:t>Something you know - the password or pin for an account.</a:t>
            </a:r>
          </a:p>
          <a:p>
            <a:pPr algn="just">
              <a:lnSpc>
                <a:spcPct val="90000"/>
              </a:lnSpc>
            </a:pPr>
            <a:endParaRPr lang="en-US" dirty="0"/>
          </a:p>
          <a:p>
            <a:pPr algn="just">
              <a:lnSpc>
                <a:spcPct val="90000"/>
              </a:lnSpc>
            </a:pPr>
            <a:r>
              <a:rPr lang="en-US" dirty="0"/>
              <a:t>Something you have - a physical device such as a mobile phone or a software application that can generate one-time passwords.</a:t>
            </a:r>
          </a:p>
          <a:p>
            <a:pPr algn="just">
              <a:lnSpc>
                <a:spcPct val="90000"/>
              </a:lnSpc>
            </a:pPr>
            <a:endParaRPr lang="en-US" dirty="0"/>
          </a:p>
          <a:p>
            <a:pPr algn="just">
              <a:lnSpc>
                <a:spcPct val="90000"/>
              </a:lnSpc>
            </a:pPr>
            <a:r>
              <a:rPr lang="en-US" dirty="0"/>
              <a:t>Something you are - a biologically unique feature to you such as your fingerprints, voice or retinas.</a:t>
            </a:r>
          </a:p>
          <a:p>
            <a:pPr algn="just"/>
            <a:endParaRPr lang="en-US" dirty="0"/>
          </a:p>
        </p:txBody>
      </p:sp>
      <p:sp>
        <p:nvSpPr>
          <p:cNvPr id="11" name="Title 14">
            <a:extLst>
              <a:ext uri="{FF2B5EF4-FFF2-40B4-BE49-F238E27FC236}">
                <a16:creationId xmlns:a16="http://schemas.microsoft.com/office/drawing/2014/main" id="{DFB14F0C-4F9E-44BC-5EF6-6159467134E1}"/>
              </a:ext>
            </a:extLst>
          </p:cNvPr>
          <p:cNvSpPr>
            <a:spLocks noGrp="1"/>
          </p:cNvSpPr>
          <p:nvPr>
            <p:ph type="title"/>
          </p:nvPr>
        </p:nvSpPr>
        <p:spPr>
          <a:xfrm>
            <a:off x="859183" y="823533"/>
            <a:ext cx="5354804" cy="1128072"/>
          </a:xfrm>
        </p:spPr>
        <p:txBody>
          <a:bodyPr>
            <a:normAutofit fontScale="90000"/>
          </a:bodyPr>
          <a:lstStyle/>
          <a:p>
            <a:r>
              <a:rPr lang="en-US" dirty="0"/>
              <a:t>Two Factor authentication Stands for :</a:t>
            </a:r>
          </a:p>
        </p:txBody>
      </p:sp>
      <p:pic>
        <p:nvPicPr>
          <p:cNvPr id="2" name="Picture 1" descr="2FA">
            <a:extLst>
              <a:ext uri="{FF2B5EF4-FFF2-40B4-BE49-F238E27FC236}">
                <a16:creationId xmlns:a16="http://schemas.microsoft.com/office/drawing/2014/main" id="{CC1E8DC5-7093-0D66-ED13-94059EEABC7C}"/>
              </a:ext>
            </a:extLst>
          </p:cNvPr>
          <p:cNvPicPr>
            <a:picLocks noChangeAspect="1"/>
          </p:cNvPicPr>
          <p:nvPr/>
        </p:nvPicPr>
        <p:blipFill>
          <a:blip r:embed="rId2"/>
          <a:srcRect l="6321" t="2489" r="9932" b="4866"/>
          <a:stretch/>
        </p:blipFill>
        <p:spPr>
          <a:xfrm>
            <a:off x="6887308" y="1819422"/>
            <a:ext cx="3880372" cy="42864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81511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0CE95-D058-02FE-D9F0-73C1BEC21F1E}"/>
            </a:ext>
          </a:extLst>
        </p:cNvPr>
        <p:cNvGrpSpPr/>
        <p:nvPr/>
      </p:nvGrpSpPr>
      <p:grpSpPr>
        <a:xfrm>
          <a:off x="0" y="0"/>
          <a:ext cx="0" cy="0"/>
          <a:chOff x="0" y="0"/>
          <a:chExt cx="0" cy="0"/>
        </a:xfrm>
      </p:grpSpPr>
      <p:sp>
        <p:nvSpPr>
          <p:cNvPr id="10" name="Title 2">
            <a:extLst>
              <a:ext uri="{FF2B5EF4-FFF2-40B4-BE49-F238E27FC236}">
                <a16:creationId xmlns:a16="http://schemas.microsoft.com/office/drawing/2014/main" id="{B491A06C-5DDA-B90A-4352-BC330FF7F93A}"/>
              </a:ext>
            </a:extLst>
          </p:cNvPr>
          <p:cNvSpPr txBox="1">
            <a:spLocks/>
          </p:cNvSpPr>
          <p:nvPr/>
        </p:nvSpPr>
        <p:spPr>
          <a:xfrm>
            <a:off x="5509744" y="753294"/>
            <a:ext cx="6672298" cy="510522"/>
          </a:xfrm>
          <a:prstGeom prst="rect">
            <a:avLst/>
          </a:prstGeom>
        </p:spPr>
        <p:txBody>
          <a:bodyPr vert="horz" lIns="91440" tIns="45720" rIns="91440" bIns="45720" rtlCol="0" anchor="b">
            <a:normAutofit/>
          </a:bodyPr>
          <a:lstStyle>
            <a:defPPr>
              <a:defRPr lang="en-US"/>
            </a:defPPr>
            <a:lvl1pPr marL="0"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all" spc="0" normalizeH="0" baseline="0" noProof="0">
                <a:ln>
                  <a:noFill/>
                </a:ln>
                <a:solidFill>
                  <a:srgbClr val="70AD47"/>
                </a:solidFill>
                <a:effectLst/>
                <a:uLnTx/>
                <a:uFillTx/>
                <a:latin typeface="Tenorite"/>
                <a:ea typeface="+mj-ea"/>
                <a:cs typeface="+mj-cs"/>
              </a:rPr>
              <a:t>02. Types of Two Factor AUTHENTICATION</a:t>
            </a:r>
            <a:endParaRPr kumimoji="0" lang="en-US" sz="3200" b="0" i="0" u="none" strike="noStrike" kern="1200" cap="all" spc="0" normalizeH="0" baseline="0" noProof="0">
              <a:ln>
                <a:noFill/>
              </a:ln>
              <a:solidFill>
                <a:prstClr val="black"/>
              </a:solidFill>
              <a:effectLst/>
              <a:uLnTx/>
              <a:uFillTx/>
              <a:latin typeface="Tenorite"/>
              <a:ea typeface="+mj-ea"/>
              <a:cs typeface="+mj-cs"/>
            </a:endParaRPr>
          </a:p>
        </p:txBody>
      </p:sp>
      <p:sp>
        <p:nvSpPr>
          <p:cNvPr id="3" name="Title 2">
            <a:extLst>
              <a:ext uri="{FF2B5EF4-FFF2-40B4-BE49-F238E27FC236}">
                <a16:creationId xmlns:a16="http://schemas.microsoft.com/office/drawing/2014/main" id="{BA2C04E7-4AC1-8525-EE69-D2AB1C995D02}"/>
              </a:ext>
            </a:extLst>
          </p:cNvPr>
          <p:cNvSpPr>
            <a:spLocks noGrp="1"/>
          </p:cNvSpPr>
          <p:nvPr>
            <p:ph type="title"/>
          </p:nvPr>
        </p:nvSpPr>
        <p:spPr>
          <a:xfrm>
            <a:off x="6091515" y="1787656"/>
            <a:ext cx="5057104" cy="1096028"/>
          </a:xfrm>
        </p:spPr>
        <p:txBody>
          <a:bodyPr>
            <a:normAutofit/>
          </a:bodyPr>
          <a:lstStyle/>
          <a:p>
            <a:r>
              <a:rPr lang="en-US" sz="3200">
                <a:ea typeface="+mj-lt"/>
                <a:cs typeface="+mj-lt"/>
              </a:rPr>
              <a:t>Types of Two Factor Authentication</a:t>
            </a:r>
          </a:p>
        </p:txBody>
      </p:sp>
      <p:sp>
        <p:nvSpPr>
          <p:cNvPr id="6" name="Content Placeholder 5">
            <a:extLst>
              <a:ext uri="{FF2B5EF4-FFF2-40B4-BE49-F238E27FC236}">
                <a16:creationId xmlns:a16="http://schemas.microsoft.com/office/drawing/2014/main" id="{C399D6AA-F185-8E8A-3330-4C526578D625}"/>
              </a:ext>
            </a:extLst>
          </p:cNvPr>
          <p:cNvSpPr>
            <a:spLocks noGrp="1"/>
          </p:cNvSpPr>
          <p:nvPr>
            <p:ph idx="1"/>
          </p:nvPr>
        </p:nvSpPr>
        <p:spPr>
          <a:xfrm>
            <a:off x="6091514" y="3223250"/>
            <a:ext cx="5057103" cy="3469102"/>
          </a:xfrm>
        </p:spPr>
        <p:txBody>
          <a:bodyPr vert="horz" lIns="91440" tIns="45720" rIns="91440" bIns="45720" rtlCol="0" anchor="t">
            <a:normAutofit lnSpcReduction="10000"/>
          </a:bodyPr>
          <a:lstStyle/>
          <a:p>
            <a:pPr marL="457200" indent="-457200" algn="just">
              <a:spcBef>
                <a:spcPts val="1000"/>
              </a:spcBef>
              <a:buAutoNum type="arabicPeriod"/>
            </a:pPr>
            <a:r>
              <a:rPr lang="en-US" dirty="0"/>
              <a:t>Knowledge-Based</a:t>
            </a:r>
          </a:p>
          <a:p>
            <a:pPr marL="457200" indent="-457200" algn="just">
              <a:spcBef>
                <a:spcPts val="1000"/>
              </a:spcBef>
              <a:buAutoNum type="arabicPeriod"/>
            </a:pPr>
            <a:r>
              <a:rPr lang="en-US" dirty="0"/>
              <a:t>Possession-Based</a:t>
            </a:r>
          </a:p>
          <a:p>
            <a:pPr marL="457200" indent="-457200" algn="just">
              <a:spcBef>
                <a:spcPts val="1000"/>
              </a:spcBef>
              <a:buAutoNum type="arabicPeriod"/>
            </a:pPr>
            <a:r>
              <a:rPr lang="en-US" dirty="0"/>
              <a:t>Inherence-Based</a:t>
            </a:r>
          </a:p>
          <a:p>
            <a:pPr marL="457200" indent="-457200" algn="just">
              <a:spcBef>
                <a:spcPts val="1000"/>
              </a:spcBef>
              <a:buAutoNum type="arabicPeriod"/>
            </a:pPr>
            <a:r>
              <a:rPr lang="en-US" dirty="0"/>
              <a:t>Location-Based</a:t>
            </a:r>
          </a:p>
          <a:p>
            <a:pPr marL="457200" indent="-457200" algn="just">
              <a:spcBef>
                <a:spcPts val="1000"/>
              </a:spcBef>
              <a:buAutoNum type="arabicPeriod"/>
            </a:pPr>
            <a:r>
              <a:rPr lang="en-US" dirty="0"/>
              <a:t>Time-Based</a:t>
            </a:r>
          </a:p>
          <a:p>
            <a:pPr marL="457200" indent="-457200" algn="just">
              <a:spcBef>
                <a:spcPts val="1000"/>
              </a:spcBef>
              <a:buAutoNum type="arabicPeriod"/>
            </a:pPr>
            <a:r>
              <a:rPr lang="en-US" dirty="0"/>
              <a:t>QR code-Based</a:t>
            </a:r>
          </a:p>
          <a:p>
            <a:pPr marL="457200" indent="-457200" algn="just">
              <a:spcBef>
                <a:spcPts val="1000"/>
              </a:spcBef>
              <a:buAutoNum type="arabicPeriod"/>
            </a:pPr>
            <a:r>
              <a:rPr lang="en-US" dirty="0"/>
              <a:t>Smartcards</a:t>
            </a:r>
          </a:p>
          <a:p>
            <a:pPr marL="457200" indent="-457200" algn="just">
              <a:spcBef>
                <a:spcPts val="1000"/>
              </a:spcBef>
              <a:buAutoNum type="arabicPeriod"/>
            </a:pPr>
            <a:r>
              <a:rPr lang="en-US" dirty="0"/>
              <a:t>Push notification</a:t>
            </a:r>
          </a:p>
          <a:p>
            <a:pPr marL="457200" indent="-457200" algn="just">
              <a:spcBef>
                <a:spcPts val="1000"/>
              </a:spcBef>
              <a:buAutoNum type="arabicPeriod"/>
            </a:pPr>
            <a:r>
              <a:rPr lang="en-US" dirty="0"/>
              <a:t>Passwordless Authentication</a:t>
            </a:r>
          </a:p>
          <a:p>
            <a:pPr marL="457200" indent="-457200">
              <a:buAutoNum type="arabicPeriod"/>
            </a:pPr>
            <a:endParaRPr lang="en-US"/>
          </a:p>
        </p:txBody>
      </p:sp>
    </p:spTree>
    <p:extLst>
      <p:ext uri="{BB962C8B-B14F-4D97-AF65-F5344CB8AC3E}">
        <p14:creationId xmlns:p14="http://schemas.microsoft.com/office/powerpoint/2010/main" val="807612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261189A-0480-A03E-B461-1309C428F6A4}"/>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CD9C4848-76B6-E30C-EECF-51C31556C418}"/>
              </a:ext>
            </a:extLst>
          </p:cNvPr>
          <p:cNvSpPr>
            <a:spLocks noGrp="1"/>
          </p:cNvSpPr>
          <p:nvPr>
            <p:ph type="title"/>
          </p:nvPr>
        </p:nvSpPr>
        <p:spPr>
          <a:xfrm>
            <a:off x="6502400" y="1696085"/>
            <a:ext cx="4490278" cy="1582824"/>
          </a:xfrm>
        </p:spPr>
        <p:txBody>
          <a:bodyPr>
            <a:normAutofit/>
          </a:bodyPr>
          <a:lstStyle/>
          <a:p>
            <a:r>
              <a:rPr lang="en-US" sz="3200" dirty="0"/>
              <a:t>Knowledge-based factors</a:t>
            </a:r>
          </a:p>
        </p:txBody>
      </p:sp>
      <p:sp>
        <p:nvSpPr>
          <p:cNvPr id="12" name="Content Placeholder 3">
            <a:extLst>
              <a:ext uri="{FF2B5EF4-FFF2-40B4-BE49-F238E27FC236}">
                <a16:creationId xmlns:a16="http://schemas.microsoft.com/office/drawing/2014/main" id="{01C13AC4-E707-52EB-8C4B-299C6F1FCEF5}"/>
              </a:ext>
            </a:extLst>
          </p:cNvPr>
          <p:cNvSpPr>
            <a:spLocks noGrp="1"/>
          </p:cNvSpPr>
          <p:nvPr>
            <p:ph sz="quarter" idx="10"/>
          </p:nvPr>
        </p:nvSpPr>
        <p:spPr>
          <a:xfrm>
            <a:off x="6502400" y="3685310"/>
            <a:ext cx="4490277" cy="1842366"/>
          </a:xfrm>
        </p:spPr>
        <p:txBody>
          <a:bodyPr vert="horz" lIns="91440" tIns="45720" rIns="91440" bIns="45720" rtlCol="0" anchor="t">
            <a:normAutofit/>
          </a:bodyPr>
          <a:lstStyle/>
          <a:p>
            <a:pPr marL="342900" indent="-342900" algn="just">
              <a:buFont typeface="Arial" panose="020B0604020202020204" pitchFamily="34" charset="0"/>
              <a:buChar char="•"/>
            </a:pPr>
            <a:r>
              <a:rPr lang="en-US" b="1" dirty="0"/>
              <a:t>Passwords and pins</a:t>
            </a:r>
            <a:r>
              <a:rPr lang="en-US" b="1" dirty="0">
                <a:ea typeface="+mn-lt"/>
                <a:cs typeface="+mn-lt"/>
              </a:rPr>
              <a:t>:</a:t>
            </a:r>
            <a:r>
              <a:rPr lang="en-US" dirty="0">
                <a:ea typeface="+mn-lt"/>
                <a:cs typeface="+mn-lt"/>
              </a:rPr>
              <a:t> A secret string or number known only to the user.</a:t>
            </a:r>
            <a:endParaRPr lang="en-US" dirty="0"/>
          </a:p>
          <a:p>
            <a:pPr marL="342900" indent="-342900" algn="just">
              <a:buFont typeface="Arial" panose="020B0604020202020204" pitchFamily="34" charset="0"/>
              <a:buChar char="•"/>
            </a:pPr>
            <a:r>
              <a:rPr lang="en-US" b="1" dirty="0"/>
              <a:t>Security Questions:</a:t>
            </a:r>
            <a:r>
              <a:rPr lang="en-US" dirty="0"/>
              <a:t> </a:t>
            </a:r>
            <a:r>
              <a:rPr lang="en-US" dirty="0">
                <a:ea typeface="+mn-lt"/>
                <a:cs typeface="+mn-lt"/>
              </a:rPr>
              <a:t>Answers to pre-set personal questions.</a:t>
            </a:r>
          </a:p>
        </p:txBody>
      </p:sp>
      <p:pic>
        <p:nvPicPr>
          <p:cNvPr id="7" name="Picture 6" descr="Whatsapp 2-step verification">
            <a:extLst>
              <a:ext uri="{FF2B5EF4-FFF2-40B4-BE49-F238E27FC236}">
                <a16:creationId xmlns:a16="http://schemas.microsoft.com/office/drawing/2014/main" id="{2B4C1FF5-72B3-868D-E899-0ECB8F53341C}"/>
              </a:ext>
            </a:extLst>
          </p:cNvPr>
          <p:cNvPicPr>
            <a:picLocks noChangeAspect="1"/>
          </p:cNvPicPr>
          <p:nvPr/>
        </p:nvPicPr>
        <p:blipFill>
          <a:blip r:embed="rId3"/>
          <a:stretch>
            <a:fillRect/>
          </a:stretch>
        </p:blipFill>
        <p:spPr>
          <a:xfrm>
            <a:off x="2004646" y="1348154"/>
            <a:ext cx="3329355" cy="4994033"/>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3927345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9D811051-0572-4111-3C28-8104A61305D1}"/>
              </a:ext>
            </a:extLst>
          </p:cNvPr>
          <p:cNvSpPr>
            <a:spLocks noGrp="1"/>
          </p:cNvSpPr>
          <p:nvPr>
            <p:ph type="title"/>
          </p:nvPr>
        </p:nvSpPr>
        <p:spPr>
          <a:xfrm>
            <a:off x="864930" y="1117486"/>
            <a:ext cx="4740261" cy="1209765"/>
          </a:xfrm>
        </p:spPr>
        <p:txBody>
          <a:bodyPr>
            <a:normAutofit/>
          </a:bodyPr>
          <a:lstStyle/>
          <a:p>
            <a:r>
              <a:rPr lang="en-US" sz="3200" dirty="0"/>
              <a:t>Possession-based factors</a:t>
            </a:r>
          </a:p>
        </p:txBody>
      </p:sp>
      <p:sp>
        <p:nvSpPr>
          <p:cNvPr id="16" name="TextBox 15">
            <a:extLst>
              <a:ext uri="{FF2B5EF4-FFF2-40B4-BE49-F238E27FC236}">
                <a16:creationId xmlns:a16="http://schemas.microsoft.com/office/drawing/2014/main" id="{068F526F-B235-46A2-D4CF-A429018BC62F}"/>
              </a:ext>
            </a:extLst>
          </p:cNvPr>
          <p:cNvSpPr txBox="1"/>
          <p:nvPr/>
        </p:nvSpPr>
        <p:spPr>
          <a:xfrm>
            <a:off x="842498" y="2723439"/>
            <a:ext cx="4907280"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marR="0" lvl="0" indent="-228600" algn="just" defTabSz="914400" rtl="0" eaLnBrk="1" fontAlgn="auto" latinLnBrk="0" hangingPunct="1">
              <a:spcBef>
                <a:spcPts val="0"/>
              </a:spcBef>
              <a:spcAft>
                <a:spcPts val="0"/>
              </a:spcAft>
              <a:buClrTx/>
              <a:buSzTx/>
              <a:buFont typeface=""/>
              <a:buChar char="•"/>
              <a:tabLst/>
              <a:defRPr/>
            </a:pPr>
            <a:r>
              <a:rPr kumimoji="0" lang="en-US" sz="2000" b="1" i="0" u="none" strike="noStrike" kern="1200" cap="none" spc="0" normalizeH="0" baseline="0" noProof="0" dirty="0">
                <a:ln>
                  <a:noFill/>
                </a:ln>
                <a:solidFill>
                  <a:prstClr val="white"/>
                </a:solidFill>
                <a:effectLst/>
                <a:uLnTx/>
                <a:uFillTx/>
                <a:latin typeface="Tenorite"/>
                <a:ea typeface="+mn-ea"/>
                <a:cs typeface="+mn-cs"/>
              </a:rPr>
              <a:t>Hardware Tokens</a:t>
            </a:r>
            <a:r>
              <a:rPr kumimoji="0" lang="en-US" sz="2000" b="0" i="0" u="none" strike="noStrike" kern="1200" cap="none" spc="0" normalizeH="0" baseline="0" noProof="0" dirty="0">
                <a:ln>
                  <a:noFill/>
                </a:ln>
                <a:solidFill>
                  <a:prstClr val="white"/>
                </a:solidFill>
                <a:effectLst/>
                <a:uLnTx/>
                <a:uFillTx/>
                <a:latin typeface="Tenorite"/>
                <a:ea typeface="+mn-ea"/>
                <a:cs typeface="+mn-cs"/>
              </a:rPr>
              <a:t>: Physical devices generating one-time passcodes (e.g., YubiKey, RSA SecurID).</a:t>
            </a:r>
            <a:endParaRPr lang="en-US" dirty="0">
              <a:solidFill>
                <a:prstClr val="white"/>
              </a:solidFill>
            </a:endParaRPr>
          </a:p>
          <a:p>
            <a:pPr marL="228600" indent="-228600" algn="just">
              <a:buFont typeface=""/>
              <a:buChar char="•"/>
              <a:defRPr/>
            </a:pPr>
            <a:endParaRPr lang="en-US" sz="2000" dirty="0">
              <a:solidFill>
                <a:prstClr val="white"/>
              </a:solidFill>
              <a:latin typeface="Tenorite"/>
            </a:endParaRPr>
          </a:p>
          <a:p>
            <a:pPr marL="228600" marR="0" lvl="0" indent="-228600" algn="just" defTabSz="914400" rtl="0" eaLnBrk="1" fontAlgn="auto" latinLnBrk="0" hangingPunct="1">
              <a:spcBef>
                <a:spcPts val="0"/>
              </a:spcBef>
              <a:spcAft>
                <a:spcPts val="0"/>
              </a:spcAft>
              <a:buClrTx/>
              <a:buSzTx/>
              <a:buFont typeface=""/>
              <a:buChar char="•"/>
              <a:tabLst/>
              <a:defRPr/>
            </a:pPr>
            <a:r>
              <a:rPr kumimoji="0" lang="en-US" sz="2000" b="1" i="0" u="none" strike="noStrike" kern="1200" cap="none" spc="0" normalizeH="0" baseline="0" noProof="0" dirty="0">
                <a:ln>
                  <a:noFill/>
                </a:ln>
                <a:solidFill>
                  <a:prstClr val="white"/>
                </a:solidFill>
                <a:effectLst/>
                <a:uLnTx/>
                <a:uFillTx/>
                <a:latin typeface="Tenorite"/>
                <a:ea typeface="+mn-ea"/>
                <a:cs typeface="+mn-cs"/>
              </a:rPr>
              <a:t>Software Tokens</a:t>
            </a:r>
            <a:r>
              <a:rPr kumimoji="0" lang="en-US" sz="2000" b="0" i="0" u="none" strike="noStrike" kern="1200" cap="none" spc="0" normalizeH="0" baseline="0" noProof="0" dirty="0">
                <a:ln>
                  <a:noFill/>
                </a:ln>
                <a:solidFill>
                  <a:prstClr val="white"/>
                </a:solidFill>
                <a:effectLst/>
                <a:uLnTx/>
                <a:uFillTx/>
                <a:latin typeface="Tenorite"/>
                <a:ea typeface="+mn-ea"/>
                <a:cs typeface="+mn-cs"/>
              </a:rPr>
              <a:t>: Apps like Google Authenticator or Authy generating time-based OTPs.</a:t>
            </a:r>
            <a:endParaRPr lang="en-US" sz="2000" b="0" i="0" u="none" strike="noStrike" kern="1200" cap="none" spc="0" normalizeH="0" baseline="0" noProof="0" dirty="0">
              <a:ln>
                <a:noFill/>
              </a:ln>
              <a:solidFill>
                <a:prstClr val="white"/>
              </a:solidFill>
              <a:effectLst/>
              <a:uLnTx/>
              <a:uFillTx/>
              <a:latin typeface="Tenorite"/>
            </a:endParaRPr>
          </a:p>
          <a:p>
            <a:pPr marL="228600" indent="-228600" algn="just">
              <a:buFont typeface=""/>
              <a:buChar char="•"/>
              <a:defRPr/>
            </a:pPr>
            <a:endParaRPr lang="en-US" sz="2000" dirty="0">
              <a:solidFill>
                <a:prstClr val="white"/>
              </a:solidFill>
              <a:latin typeface="Tenorite"/>
            </a:endParaRPr>
          </a:p>
          <a:p>
            <a:pPr marL="228600" marR="0" lvl="0" indent="-228600" algn="just" defTabSz="914400" rtl="0" eaLnBrk="1" fontAlgn="auto" latinLnBrk="0" hangingPunct="1">
              <a:spcBef>
                <a:spcPts val="0"/>
              </a:spcBef>
              <a:spcAft>
                <a:spcPts val="0"/>
              </a:spcAft>
              <a:buClrTx/>
              <a:buSzTx/>
              <a:buFont typeface=""/>
              <a:buChar char="•"/>
              <a:tabLst/>
              <a:defRPr/>
            </a:pPr>
            <a:r>
              <a:rPr kumimoji="0" lang="en-US" sz="2000" b="1" i="0" u="none" strike="noStrike" kern="1200" cap="none" spc="0" normalizeH="0" baseline="0" noProof="0" dirty="0">
                <a:ln>
                  <a:noFill/>
                </a:ln>
                <a:solidFill>
                  <a:prstClr val="white"/>
                </a:solidFill>
                <a:effectLst/>
                <a:uLnTx/>
                <a:uFillTx/>
                <a:latin typeface="Tenorite"/>
                <a:ea typeface="+mn-ea"/>
                <a:cs typeface="+mn-cs"/>
              </a:rPr>
              <a:t>SMS or Email Codes</a:t>
            </a:r>
            <a:r>
              <a:rPr kumimoji="0" lang="en-US" sz="2000" b="0" i="0" u="none" strike="noStrike" kern="1200" cap="none" spc="0" normalizeH="0" baseline="0" noProof="0" dirty="0">
                <a:ln>
                  <a:noFill/>
                </a:ln>
                <a:solidFill>
                  <a:prstClr val="white"/>
                </a:solidFill>
                <a:effectLst/>
                <a:uLnTx/>
                <a:uFillTx/>
                <a:latin typeface="Tenorite"/>
                <a:ea typeface="+mn-ea"/>
                <a:cs typeface="+mn-cs"/>
              </a:rPr>
              <a:t>: One-time codes sent via text or email.</a:t>
            </a:r>
            <a:endParaRPr lang="en-US" sz="2000" b="0" i="0" u="none" strike="noStrike" kern="1200" cap="none" spc="0" normalizeH="0" baseline="0" noProof="0" dirty="0">
              <a:ln>
                <a:noFill/>
              </a:ln>
              <a:solidFill>
                <a:prstClr val="white"/>
              </a:solidFill>
              <a:effectLst/>
              <a:uLnTx/>
              <a:uFillTx/>
              <a:latin typeface="Tenorite"/>
            </a:endParaRPr>
          </a:p>
        </p:txBody>
      </p:sp>
      <p:pic>
        <p:nvPicPr>
          <p:cNvPr id="10" name="Picture Placeholder 9" descr="Yubi key">
            <a:extLst>
              <a:ext uri="{FF2B5EF4-FFF2-40B4-BE49-F238E27FC236}">
                <a16:creationId xmlns:a16="http://schemas.microsoft.com/office/drawing/2014/main" id="{133905EB-D568-9528-7F62-8DBB3D90D93B}"/>
              </a:ext>
            </a:extLst>
          </p:cNvPr>
          <p:cNvPicPr>
            <a:picLocks noGrp="1" noChangeAspect="1"/>
          </p:cNvPicPr>
          <p:nvPr>
            <p:ph type="pic" sz="quarter" idx="11"/>
          </p:nvPr>
        </p:nvPicPr>
        <p:blipFill>
          <a:blip r:embed="rId2">
            <a:alphaModFix amt="85000"/>
          </a:blip>
          <a:srcRect l="16705" r="16705"/>
          <a:stretch/>
        </p:blipFill>
        <p:spPr>
          <a:xfrm>
            <a:off x="6301155" y="1705706"/>
            <a:ext cx="3566160" cy="3962401"/>
          </a:xfrm>
          <a:prstGeom prst="snip2DiagRect">
            <a:avLst/>
          </a:prstGeom>
          <a:solidFill>
            <a:srgbClr val="FFFFFF">
              <a:shade val="85000"/>
            </a:srgbClr>
          </a:solidFill>
          <a:ln w="88900" cap="sq">
            <a:no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781599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E19BC45-351D-FB32-0B90-17E88446812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8FA6FB6-AF9B-F6B1-1F99-E55A6E47295D}"/>
              </a:ext>
            </a:extLst>
          </p:cNvPr>
          <p:cNvSpPr>
            <a:spLocks noGrp="1"/>
          </p:cNvSpPr>
          <p:nvPr>
            <p:ph type="title"/>
          </p:nvPr>
        </p:nvSpPr>
        <p:spPr>
          <a:xfrm>
            <a:off x="6260667" y="1818876"/>
            <a:ext cx="4412882" cy="1443076"/>
          </a:xfrm>
        </p:spPr>
        <p:txBody>
          <a:bodyPr>
            <a:normAutofit/>
          </a:bodyPr>
          <a:lstStyle/>
          <a:p>
            <a:r>
              <a:rPr lang="en-US" sz="3200"/>
              <a:t>Inherence-based factors</a:t>
            </a:r>
          </a:p>
        </p:txBody>
      </p:sp>
      <p:sp>
        <p:nvSpPr>
          <p:cNvPr id="9" name="Content Placeholder 7">
            <a:extLst>
              <a:ext uri="{FF2B5EF4-FFF2-40B4-BE49-F238E27FC236}">
                <a16:creationId xmlns:a16="http://schemas.microsoft.com/office/drawing/2014/main" id="{7255E6BD-8438-42F1-C9B9-F7074F9C70F1}"/>
              </a:ext>
            </a:extLst>
          </p:cNvPr>
          <p:cNvSpPr txBox="1">
            <a:spLocks/>
          </p:cNvSpPr>
          <p:nvPr/>
        </p:nvSpPr>
        <p:spPr>
          <a:xfrm>
            <a:off x="6230347" y="3574093"/>
            <a:ext cx="4921290" cy="22664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just" defTabSz="914400" rtl="0" eaLnBrk="1" fontAlgn="auto" latinLnBrk="0" hangingPunct="1">
              <a:lnSpc>
                <a:spcPct val="90000"/>
              </a:lnSpc>
              <a:spcBef>
                <a:spcPts val="1000"/>
              </a:spcBef>
              <a:spcAft>
                <a:spcPts val="0"/>
              </a:spcAft>
              <a:buClrTx/>
              <a:buSzTx/>
              <a:buFont typeface="Arial"/>
              <a:buChar char="•"/>
              <a:tabLst/>
              <a:defRPr/>
            </a:pPr>
            <a:r>
              <a:rPr kumimoji="0" lang="en-US" sz="2000" b="1" i="0" u="none" strike="noStrike" kern="1200" cap="none" spc="0" normalizeH="0" baseline="0" noProof="0" dirty="0">
                <a:ln>
                  <a:noFill/>
                </a:ln>
                <a:solidFill>
                  <a:prstClr val="black"/>
                </a:solidFill>
                <a:effectLst/>
                <a:uLnTx/>
                <a:uFillTx/>
                <a:latin typeface="Tenorite"/>
                <a:ea typeface="+mn-lt"/>
                <a:cs typeface="+mn-lt"/>
              </a:rPr>
              <a:t>Biometric Authentication</a:t>
            </a:r>
            <a:r>
              <a:rPr kumimoji="0" lang="en-US" sz="2000" b="0" i="0" u="none" strike="noStrike" kern="1200" cap="none" spc="0" normalizeH="0" baseline="0" noProof="0" dirty="0">
                <a:ln>
                  <a:noFill/>
                </a:ln>
                <a:solidFill>
                  <a:prstClr val="black"/>
                </a:solidFill>
                <a:effectLst/>
                <a:uLnTx/>
                <a:uFillTx/>
                <a:latin typeface="Tenorite"/>
                <a:ea typeface="+mn-lt"/>
                <a:cs typeface="+mn-lt"/>
              </a:rPr>
              <a:t>: Fingerprint, face recognition, iris scans, or voice recognition.</a:t>
            </a:r>
            <a:endParaRPr kumimoji="0" lang="en-US" sz="2000" b="0" i="0" u="none" strike="noStrike" kern="1200" cap="none" spc="0" normalizeH="0" baseline="0" noProof="0" dirty="0">
              <a:ln>
                <a:noFill/>
              </a:ln>
              <a:solidFill>
                <a:prstClr val="black"/>
              </a:solidFill>
              <a:effectLst/>
              <a:uLnTx/>
              <a:uFillTx/>
              <a:latin typeface="Tenorite"/>
              <a:ea typeface="+mn-ea"/>
              <a:cs typeface="+mn-cs"/>
            </a:endParaRPr>
          </a:p>
          <a:p>
            <a:pPr marL="285750" marR="0" lvl="0" indent="-285750" algn="just" defTabSz="914400" rtl="0" eaLnBrk="1" fontAlgn="auto" latinLnBrk="0" hangingPunct="1">
              <a:lnSpc>
                <a:spcPct val="90000"/>
              </a:lnSpc>
              <a:spcBef>
                <a:spcPts val="1000"/>
              </a:spcBef>
              <a:spcAft>
                <a:spcPts val="0"/>
              </a:spcAft>
              <a:buClrTx/>
              <a:buSzTx/>
              <a:buFont typeface="Arial"/>
              <a:buChar char="•"/>
              <a:tabLst/>
              <a:defRPr/>
            </a:pPr>
            <a:r>
              <a:rPr kumimoji="0" lang="en-US" sz="2000" b="1" i="0" u="none" strike="noStrike" kern="1200" cap="none" spc="0" normalizeH="0" baseline="0" noProof="0" dirty="0">
                <a:ln>
                  <a:noFill/>
                </a:ln>
                <a:solidFill>
                  <a:prstClr val="black"/>
                </a:solidFill>
                <a:effectLst/>
                <a:uLnTx/>
                <a:uFillTx/>
                <a:latin typeface="Tenorite"/>
                <a:ea typeface="+mn-lt"/>
                <a:cs typeface="+mn-lt"/>
              </a:rPr>
              <a:t>Behavioral Biometrics</a:t>
            </a:r>
            <a:r>
              <a:rPr kumimoji="0" lang="en-US" sz="2000" b="0" i="0" u="none" strike="noStrike" kern="1200" cap="none" spc="0" normalizeH="0" baseline="0" noProof="0" dirty="0">
                <a:ln>
                  <a:noFill/>
                </a:ln>
                <a:solidFill>
                  <a:prstClr val="black"/>
                </a:solidFill>
                <a:effectLst/>
                <a:uLnTx/>
                <a:uFillTx/>
                <a:latin typeface="Tenorite"/>
                <a:ea typeface="+mn-lt"/>
                <a:cs typeface="+mn-lt"/>
              </a:rPr>
              <a:t>: Typing patterns or mouse movement analysis.</a:t>
            </a:r>
            <a:endParaRPr kumimoji="0" lang="en-US" sz="2000" b="0" i="0" u="none" strike="noStrike" kern="1200" cap="none" spc="0" normalizeH="0" baseline="0" noProof="0" dirty="0">
              <a:ln>
                <a:noFill/>
              </a:ln>
              <a:solidFill>
                <a:prstClr val="black"/>
              </a:solidFill>
              <a:effectLst/>
              <a:uLnTx/>
              <a:uFillTx/>
              <a:latin typeface="Tenorite"/>
              <a:ea typeface="+mn-ea"/>
              <a:cs typeface="+mn-cs"/>
            </a:endParaRPr>
          </a:p>
        </p:txBody>
      </p:sp>
      <p:pic>
        <p:nvPicPr>
          <p:cNvPr id="2" name="Picture 1" descr="Face and a fingerprint scan">
            <a:extLst>
              <a:ext uri="{FF2B5EF4-FFF2-40B4-BE49-F238E27FC236}">
                <a16:creationId xmlns:a16="http://schemas.microsoft.com/office/drawing/2014/main" id="{34232121-2EC6-3A24-F3B6-8F96744C7A8D}"/>
              </a:ext>
            </a:extLst>
          </p:cNvPr>
          <p:cNvPicPr>
            <a:picLocks noChangeAspect="1"/>
          </p:cNvPicPr>
          <p:nvPr/>
        </p:nvPicPr>
        <p:blipFill>
          <a:blip r:embed="rId2"/>
          <a:srcRect l="3768" r="5507" b="-226"/>
          <a:stretch/>
        </p:blipFill>
        <p:spPr>
          <a:xfrm>
            <a:off x="1622181" y="1821108"/>
            <a:ext cx="3671986" cy="3986768"/>
          </a:xfrm>
          <a:prstGeom prst="rect">
            <a:avLst/>
          </a:prstGeom>
        </p:spPr>
      </p:pic>
    </p:spTree>
    <p:extLst>
      <p:ext uri="{BB962C8B-B14F-4D97-AF65-F5344CB8AC3E}">
        <p14:creationId xmlns:p14="http://schemas.microsoft.com/office/powerpoint/2010/main" val="1093224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23B3D00F-A1F1-F77B-A8E7-71F86F8A51B5}"/>
              </a:ext>
            </a:extLst>
          </p:cNvPr>
          <p:cNvSpPr>
            <a:spLocks noGrp="1"/>
          </p:cNvSpPr>
          <p:nvPr>
            <p:ph idx="1"/>
          </p:nvPr>
        </p:nvSpPr>
        <p:spPr>
          <a:xfrm>
            <a:off x="6091514" y="3431309"/>
            <a:ext cx="5057103" cy="2265363"/>
          </a:xfrm>
        </p:spPr>
        <p:txBody>
          <a:bodyPr vert="horz" lIns="91440" tIns="45720" rIns="91440" bIns="45720" rtlCol="0" anchor="t">
            <a:normAutofit/>
          </a:bodyPr>
          <a:lstStyle/>
          <a:p>
            <a:pPr marL="285750" indent="-285750" algn="just">
              <a:buFont typeface="Arial"/>
              <a:buChar char="•"/>
            </a:pPr>
            <a:r>
              <a:rPr lang="en-US" b="1" dirty="0">
                <a:solidFill>
                  <a:srgbClr val="FFFFFF"/>
                </a:solidFill>
                <a:ea typeface="+mn-lt"/>
                <a:cs typeface="+mn-lt"/>
              </a:rPr>
              <a:t>Geolocation</a:t>
            </a:r>
            <a:r>
              <a:rPr lang="en-US" dirty="0">
                <a:solidFill>
                  <a:srgbClr val="FFFFFF"/>
                </a:solidFill>
                <a:ea typeface="+mn-lt"/>
                <a:cs typeface="+mn-lt"/>
              </a:rPr>
              <a:t>: Verifying the user’s location using GPS or IP address.</a:t>
            </a:r>
            <a:endParaRPr lang="en-US" dirty="0">
              <a:ea typeface="+mn-lt"/>
              <a:cs typeface="+mn-lt"/>
            </a:endParaRPr>
          </a:p>
          <a:p>
            <a:pPr marL="285750" indent="-285750" algn="just">
              <a:buFont typeface="Arial"/>
              <a:buChar char="•"/>
            </a:pPr>
            <a:endParaRPr lang="en-US" dirty="0">
              <a:solidFill>
                <a:srgbClr val="FFFFFF"/>
              </a:solidFill>
              <a:ea typeface="+mn-lt"/>
              <a:cs typeface="+mn-lt"/>
            </a:endParaRPr>
          </a:p>
          <a:p>
            <a:pPr marL="285750" indent="-285750" algn="just">
              <a:buFont typeface="Arial"/>
              <a:buChar char="•"/>
            </a:pPr>
            <a:r>
              <a:rPr lang="en-US" b="1" dirty="0">
                <a:solidFill>
                  <a:srgbClr val="FFFFFF"/>
                </a:solidFill>
                <a:ea typeface="+mn-lt"/>
                <a:cs typeface="+mn-lt"/>
              </a:rPr>
              <a:t>IP Address</a:t>
            </a:r>
            <a:r>
              <a:rPr lang="en-US" dirty="0">
                <a:solidFill>
                  <a:srgbClr val="FFFFFF"/>
                </a:solidFill>
                <a:ea typeface="+mn-lt"/>
                <a:cs typeface="+mn-lt"/>
              </a:rPr>
              <a:t>: Matching login attempts to known or trusted IPs.</a:t>
            </a:r>
            <a:endParaRPr lang="en-US" dirty="0">
              <a:ea typeface="+mn-lt"/>
              <a:cs typeface="+mn-lt"/>
            </a:endParaRPr>
          </a:p>
        </p:txBody>
      </p:sp>
      <p:sp>
        <p:nvSpPr>
          <p:cNvPr id="9" name="Title 6">
            <a:extLst>
              <a:ext uri="{FF2B5EF4-FFF2-40B4-BE49-F238E27FC236}">
                <a16:creationId xmlns:a16="http://schemas.microsoft.com/office/drawing/2014/main" id="{70668FDD-12E3-6DB8-3CAA-B5DFB73E02B7}"/>
              </a:ext>
            </a:extLst>
          </p:cNvPr>
          <p:cNvSpPr txBox="1">
            <a:spLocks/>
          </p:cNvSpPr>
          <p:nvPr/>
        </p:nvSpPr>
        <p:spPr>
          <a:xfrm>
            <a:off x="6091515" y="1722890"/>
            <a:ext cx="5057104" cy="127493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800" kern="1200" cap="all" baseline="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all" spc="0" normalizeH="0" baseline="0" noProof="0">
                <a:ln>
                  <a:noFill/>
                </a:ln>
                <a:solidFill>
                  <a:prstClr val="white"/>
                </a:solidFill>
                <a:effectLst/>
                <a:uLnTx/>
                <a:uFillTx/>
                <a:latin typeface="Tenorite"/>
                <a:ea typeface="+mj-ea"/>
                <a:cs typeface="+mj-cs"/>
              </a:rPr>
              <a:t>Location-Based factors</a:t>
            </a:r>
          </a:p>
        </p:txBody>
      </p:sp>
    </p:spTree>
    <p:extLst>
      <p:ext uri="{BB962C8B-B14F-4D97-AF65-F5344CB8AC3E}">
        <p14:creationId xmlns:p14="http://schemas.microsoft.com/office/powerpoint/2010/main" val="4289545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F09159F-57BB-D5C5-A70C-8486DB387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50BF5-8F05-6153-E57F-39072776CE6C}"/>
              </a:ext>
            </a:extLst>
          </p:cNvPr>
          <p:cNvSpPr>
            <a:spLocks noGrp="1"/>
          </p:cNvSpPr>
          <p:nvPr>
            <p:ph type="title"/>
          </p:nvPr>
        </p:nvSpPr>
        <p:spPr>
          <a:xfrm>
            <a:off x="1040776" y="2128797"/>
            <a:ext cx="5172452" cy="1209765"/>
          </a:xfrm>
        </p:spPr>
        <p:txBody>
          <a:bodyPr/>
          <a:lstStyle/>
          <a:p>
            <a:r>
              <a:rPr lang="en-US"/>
              <a:t>Time-based factors</a:t>
            </a:r>
          </a:p>
        </p:txBody>
      </p:sp>
      <p:sp>
        <p:nvSpPr>
          <p:cNvPr id="5" name="TextBox 4">
            <a:extLst>
              <a:ext uri="{FF2B5EF4-FFF2-40B4-BE49-F238E27FC236}">
                <a16:creationId xmlns:a16="http://schemas.microsoft.com/office/drawing/2014/main" id="{EF0E7788-40AB-F34E-8171-89F533C74BF0}"/>
              </a:ext>
            </a:extLst>
          </p:cNvPr>
          <p:cNvSpPr txBox="1"/>
          <p:nvPr/>
        </p:nvSpPr>
        <p:spPr>
          <a:xfrm>
            <a:off x="1041791" y="3433299"/>
            <a:ext cx="518316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marR="0" lvl="0" indent="-228600" algn="just" defTabSz="914400" rtl="0" eaLnBrk="1" fontAlgn="auto" latinLnBrk="0" hangingPunct="1">
              <a:lnSpc>
                <a:spcPct val="100000"/>
              </a:lnSpc>
              <a:spcBef>
                <a:spcPts val="0"/>
              </a:spcBef>
              <a:spcAft>
                <a:spcPts val="0"/>
              </a:spcAft>
              <a:buClrTx/>
              <a:buSzTx/>
              <a:buFont typeface=""/>
              <a:buChar char="•"/>
              <a:tabLst/>
              <a:defRPr/>
            </a:pPr>
            <a:r>
              <a:rPr kumimoji="0" lang="en-US" sz="2000" b="1" i="0" u="none" strike="noStrike" kern="1200" cap="none" spc="0" normalizeH="0" baseline="0" noProof="0" dirty="0">
                <a:ln>
                  <a:noFill/>
                </a:ln>
                <a:solidFill>
                  <a:prstClr val="black"/>
                </a:solidFill>
                <a:effectLst/>
                <a:uLnTx/>
                <a:uFillTx/>
                <a:latin typeface="Tenorite"/>
                <a:ea typeface="+mn-lt"/>
                <a:cs typeface="+mn-lt"/>
              </a:rPr>
              <a:t>Time-Limited OTPs</a:t>
            </a:r>
            <a:r>
              <a:rPr kumimoji="0" lang="en-US" sz="2000" b="0" i="0" u="none" strike="noStrike" kern="1200" cap="none" spc="0" normalizeH="0" baseline="0" noProof="0" dirty="0">
                <a:ln>
                  <a:noFill/>
                </a:ln>
                <a:solidFill>
                  <a:prstClr val="black"/>
                </a:solidFill>
                <a:effectLst/>
                <a:uLnTx/>
                <a:uFillTx/>
                <a:latin typeface="Tenorite"/>
                <a:ea typeface="+mn-lt"/>
                <a:cs typeface="+mn-lt"/>
              </a:rPr>
              <a:t>: Codes that expire after a specific duration, enhancing security.</a:t>
            </a:r>
            <a:endParaRPr kumimoji="0" lang="en-US" sz="2000" b="0" i="0" u="none" strike="noStrike" kern="1200" cap="none" spc="0" normalizeH="0" baseline="0" noProof="0">
              <a:ln>
                <a:noFill/>
              </a:ln>
              <a:solidFill>
                <a:prstClr val="black"/>
              </a:solidFill>
              <a:effectLst/>
              <a:uLnTx/>
              <a:uFillTx/>
              <a:latin typeface="Tenorite"/>
              <a:ea typeface="+mn-ea"/>
              <a:cs typeface="+mn-cs"/>
            </a:endParaRPr>
          </a:p>
        </p:txBody>
      </p:sp>
      <p:pic>
        <p:nvPicPr>
          <p:cNvPr id="3" name="Picture 2" descr="A person sitting on the floor next to a large cellphone&#10;&#10;AI-generated content may be incorrect.">
            <a:extLst>
              <a:ext uri="{FF2B5EF4-FFF2-40B4-BE49-F238E27FC236}">
                <a16:creationId xmlns:a16="http://schemas.microsoft.com/office/drawing/2014/main" id="{58B2B4A1-46A5-9317-8D8D-2F7EAB200D58}"/>
              </a:ext>
            </a:extLst>
          </p:cNvPr>
          <p:cNvPicPr>
            <a:picLocks noChangeAspect="1"/>
          </p:cNvPicPr>
          <p:nvPr/>
        </p:nvPicPr>
        <p:blipFill>
          <a:blip r:embed="rId2"/>
          <a:stretch>
            <a:fillRect/>
          </a:stretch>
        </p:blipFill>
        <p:spPr>
          <a:xfrm>
            <a:off x="6537814" y="1830998"/>
            <a:ext cx="3958004" cy="3934558"/>
          </a:xfrm>
          <a:prstGeom prst="rect">
            <a:avLst/>
          </a:prstGeom>
        </p:spPr>
      </p:pic>
    </p:spTree>
    <p:extLst>
      <p:ext uri="{BB962C8B-B14F-4D97-AF65-F5344CB8AC3E}">
        <p14:creationId xmlns:p14="http://schemas.microsoft.com/office/powerpoint/2010/main" val="1187212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32EF0-5197-A69C-AE21-67EBD700C7A7}"/>
              </a:ext>
            </a:extLst>
          </p:cNvPr>
          <p:cNvSpPr>
            <a:spLocks noGrp="1"/>
          </p:cNvSpPr>
          <p:nvPr>
            <p:ph type="title"/>
          </p:nvPr>
        </p:nvSpPr>
        <p:spPr>
          <a:xfrm>
            <a:off x="6083529" y="2063741"/>
            <a:ext cx="4725121" cy="785962"/>
          </a:xfrm>
        </p:spPr>
        <p:txBody>
          <a:bodyPr>
            <a:normAutofit/>
          </a:bodyPr>
          <a:lstStyle/>
          <a:p>
            <a:r>
              <a:rPr lang="en-US" sz="3200"/>
              <a:t>Smartcards</a:t>
            </a:r>
          </a:p>
        </p:txBody>
      </p:sp>
      <p:sp>
        <p:nvSpPr>
          <p:cNvPr id="3" name="Content Placeholder 2">
            <a:extLst>
              <a:ext uri="{FF2B5EF4-FFF2-40B4-BE49-F238E27FC236}">
                <a16:creationId xmlns:a16="http://schemas.microsoft.com/office/drawing/2014/main" id="{7CE00E1E-D6C5-0EDE-38DA-6B017C23E996}"/>
              </a:ext>
            </a:extLst>
          </p:cNvPr>
          <p:cNvSpPr>
            <a:spLocks noGrp="1"/>
          </p:cNvSpPr>
          <p:nvPr>
            <p:ph idx="1"/>
          </p:nvPr>
        </p:nvSpPr>
        <p:spPr>
          <a:xfrm>
            <a:off x="6091514" y="3178227"/>
            <a:ext cx="5057103" cy="2519363"/>
          </a:xfrm>
        </p:spPr>
        <p:txBody>
          <a:bodyPr vert="horz" lIns="91440" tIns="45720" rIns="91440" bIns="45720" rtlCol="0" anchor="t">
            <a:normAutofit/>
          </a:bodyPr>
          <a:lstStyle/>
          <a:p>
            <a:pPr marL="285750" indent="-285750">
              <a:buFont typeface="Arial"/>
              <a:buChar char="•"/>
            </a:pPr>
            <a:r>
              <a:rPr lang="en-US">
                <a:ea typeface="+mn-lt"/>
                <a:cs typeface="+mn-lt"/>
              </a:rPr>
              <a:t>Physical cards embedded with a chip.</a:t>
            </a:r>
            <a:endParaRPr lang="en-US"/>
          </a:p>
          <a:p>
            <a:pPr marL="285750" indent="-285750">
              <a:buFont typeface="Arial"/>
              <a:buChar char="•"/>
            </a:pPr>
            <a:endParaRPr lang="en-US">
              <a:ea typeface="+mn-lt"/>
              <a:cs typeface="+mn-lt"/>
            </a:endParaRPr>
          </a:p>
          <a:p>
            <a:pPr marL="285750" indent="-285750">
              <a:buFont typeface="Arial"/>
              <a:buChar char="•"/>
            </a:pPr>
            <a:r>
              <a:rPr lang="en-US">
                <a:ea typeface="+mn-lt"/>
                <a:cs typeface="+mn-lt"/>
              </a:rPr>
              <a:t>Used in corporate environments to provide access to systems or facilities.</a:t>
            </a:r>
            <a:endParaRPr lang="en-US"/>
          </a:p>
          <a:p>
            <a:endParaRPr lang="en-US"/>
          </a:p>
        </p:txBody>
      </p:sp>
    </p:spTree>
    <p:extLst>
      <p:ext uri="{BB962C8B-B14F-4D97-AF65-F5344CB8AC3E}">
        <p14:creationId xmlns:p14="http://schemas.microsoft.com/office/powerpoint/2010/main" val="2220443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C39D437-B03B-6F87-9625-9919976D1D5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2492918-7266-3285-5B0E-A2B451097CEC}"/>
              </a:ext>
            </a:extLst>
          </p:cNvPr>
          <p:cNvSpPr>
            <a:spLocks noGrp="1"/>
          </p:cNvSpPr>
          <p:nvPr>
            <p:ph type="title"/>
          </p:nvPr>
        </p:nvSpPr>
        <p:spPr>
          <a:xfrm>
            <a:off x="6507871" y="1911641"/>
            <a:ext cx="4412882" cy="1443076"/>
          </a:xfrm>
        </p:spPr>
        <p:txBody>
          <a:bodyPr>
            <a:normAutofit/>
          </a:bodyPr>
          <a:lstStyle/>
          <a:p>
            <a:r>
              <a:rPr lang="en-US" sz="3200" dirty="0"/>
              <a:t>PUSH NOTIFICATION FACTOR</a:t>
            </a:r>
          </a:p>
        </p:txBody>
      </p:sp>
      <p:sp>
        <p:nvSpPr>
          <p:cNvPr id="8" name="Content Placeholder 7">
            <a:extLst>
              <a:ext uri="{FF2B5EF4-FFF2-40B4-BE49-F238E27FC236}">
                <a16:creationId xmlns:a16="http://schemas.microsoft.com/office/drawing/2014/main" id="{A80D79AC-BCEE-96C6-7566-4DF8156D28E3}"/>
              </a:ext>
            </a:extLst>
          </p:cNvPr>
          <p:cNvSpPr>
            <a:spLocks noGrp="1"/>
          </p:cNvSpPr>
          <p:nvPr>
            <p:ph sz="quarter" idx="10"/>
          </p:nvPr>
        </p:nvSpPr>
        <p:spPr>
          <a:xfrm>
            <a:off x="6522403" y="3715008"/>
            <a:ext cx="4877117" cy="1902056"/>
          </a:xfrm>
        </p:spPr>
        <p:txBody>
          <a:bodyPr vert="horz" lIns="91440" tIns="45720" rIns="91440" bIns="45720" rtlCol="0" anchor="t">
            <a:normAutofit/>
          </a:bodyPr>
          <a:lstStyle/>
          <a:p>
            <a:pPr marL="285750" indent="-285750" algn="just">
              <a:buFont typeface="Arial"/>
              <a:buChar char="•"/>
            </a:pPr>
            <a:r>
              <a:rPr lang="en-US" b="1" dirty="0">
                <a:ea typeface="+mn-lt"/>
                <a:cs typeface="+mn-lt"/>
              </a:rPr>
              <a:t>Login Approval</a:t>
            </a:r>
            <a:r>
              <a:rPr lang="en-US" dirty="0">
                <a:ea typeface="+mn-lt"/>
                <a:cs typeface="+mn-lt"/>
              </a:rPr>
              <a:t>: Notifications sent to a device for the user to approve or deny access.</a:t>
            </a:r>
          </a:p>
        </p:txBody>
      </p:sp>
      <p:pic>
        <p:nvPicPr>
          <p:cNvPr id="13" name="Picture 12" descr="Push notification for google email sign in">
            <a:extLst>
              <a:ext uri="{FF2B5EF4-FFF2-40B4-BE49-F238E27FC236}">
                <a16:creationId xmlns:a16="http://schemas.microsoft.com/office/drawing/2014/main" id="{4D4AEECC-9ADC-8880-6D2A-93F77ED3FFFE}"/>
              </a:ext>
            </a:extLst>
          </p:cNvPr>
          <p:cNvPicPr>
            <a:picLocks noChangeAspect="1"/>
          </p:cNvPicPr>
          <p:nvPr/>
        </p:nvPicPr>
        <p:blipFill>
          <a:blip r:embed="rId3"/>
          <a:stretch>
            <a:fillRect/>
          </a:stretch>
        </p:blipFill>
        <p:spPr>
          <a:xfrm>
            <a:off x="1274517" y="943707"/>
            <a:ext cx="4215179" cy="5193324"/>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099008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A3432-B901-D3F4-B61B-8D3A8C2520F4}"/>
              </a:ext>
            </a:extLst>
          </p:cNvPr>
          <p:cNvSpPr>
            <a:spLocks noGrp="1"/>
          </p:cNvSpPr>
          <p:nvPr>
            <p:ph type="title"/>
          </p:nvPr>
        </p:nvSpPr>
        <p:spPr>
          <a:xfrm>
            <a:off x="1511427" y="1929074"/>
            <a:ext cx="4099341" cy="1612907"/>
          </a:xfrm>
        </p:spPr>
        <p:txBody>
          <a:bodyPr/>
          <a:lstStyle/>
          <a:p>
            <a:r>
              <a:rPr lang="en-US" sz="3200" dirty="0"/>
              <a:t>QR CODE-BASED FACTORS</a:t>
            </a:r>
          </a:p>
        </p:txBody>
      </p:sp>
      <p:sp>
        <p:nvSpPr>
          <p:cNvPr id="5" name="TextBox 4">
            <a:extLst>
              <a:ext uri="{FF2B5EF4-FFF2-40B4-BE49-F238E27FC236}">
                <a16:creationId xmlns:a16="http://schemas.microsoft.com/office/drawing/2014/main" id="{D5701A10-4D87-FAD6-9E5A-987C567EA9AF}"/>
              </a:ext>
            </a:extLst>
          </p:cNvPr>
          <p:cNvSpPr txBox="1"/>
          <p:nvPr/>
        </p:nvSpPr>
        <p:spPr>
          <a:xfrm>
            <a:off x="1499704" y="3914251"/>
            <a:ext cx="410154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r>
              <a:rPr kumimoji="0" lang="en-US" sz="2000" b="1" i="0" u="none" strike="noStrike" kern="1200" cap="none" spc="0" normalizeH="0" baseline="0" noProof="0" dirty="0">
                <a:ln>
                  <a:noFill/>
                </a:ln>
                <a:solidFill>
                  <a:prstClr val="white"/>
                </a:solidFill>
                <a:effectLst/>
                <a:uLnTx/>
                <a:uFillTx/>
                <a:latin typeface="Tenorite"/>
                <a:ea typeface="+mn-lt"/>
                <a:cs typeface="+mn-lt"/>
              </a:rPr>
              <a:t>Scanned Codes</a:t>
            </a:r>
            <a:r>
              <a:rPr kumimoji="0" lang="en-US" sz="2000" b="0" i="0" u="none" strike="noStrike" kern="1200" cap="none" spc="0" normalizeH="0" baseline="0" noProof="0" dirty="0">
                <a:ln>
                  <a:noFill/>
                </a:ln>
                <a:solidFill>
                  <a:prstClr val="white"/>
                </a:solidFill>
                <a:effectLst/>
                <a:uLnTx/>
                <a:uFillTx/>
                <a:latin typeface="Tenorite"/>
                <a:ea typeface="+mn-lt"/>
                <a:cs typeface="+mn-lt"/>
              </a:rPr>
              <a:t>: QR codes scanned via an authentication app to verify identity</a:t>
            </a:r>
            <a:endParaRPr kumimoji="0" lang="en-US" sz="2000" b="0" i="0" u="none" strike="noStrike" kern="1200" cap="none" spc="0" normalizeH="0" baseline="0" noProof="0" dirty="0">
              <a:ln>
                <a:noFill/>
              </a:ln>
              <a:solidFill>
                <a:prstClr val="white"/>
              </a:solidFill>
              <a:effectLst/>
              <a:uLnTx/>
              <a:uFillTx/>
              <a:latin typeface="Tenorite"/>
              <a:ea typeface="+mn-ea"/>
              <a:cs typeface="+mn-cs"/>
            </a:endParaRPr>
          </a:p>
        </p:txBody>
      </p:sp>
      <p:pic>
        <p:nvPicPr>
          <p:cNvPr id="4" name="Picture 3" descr="QR code authentication">
            <a:extLst>
              <a:ext uri="{FF2B5EF4-FFF2-40B4-BE49-F238E27FC236}">
                <a16:creationId xmlns:a16="http://schemas.microsoft.com/office/drawing/2014/main" id="{8E25E4E7-E8EF-0483-7B8A-F220D0264373}"/>
              </a:ext>
            </a:extLst>
          </p:cNvPr>
          <p:cNvPicPr>
            <a:picLocks noChangeAspect="1"/>
          </p:cNvPicPr>
          <p:nvPr/>
        </p:nvPicPr>
        <p:blipFill>
          <a:blip r:embed="rId2"/>
          <a:stretch>
            <a:fillRect/>
          </a:stretch>
        </p:blipFill>
        <p:spPr>
          <a:xfrm>
            <a:off x="6092337" y="1702043"/>
            <a:ext cx="4110404" cy="3969728"/>
          </a:xfrm>
          <a:prstGeom prst="rect">
            <a:avLst/>
          </a:prstGeom>
        </p:spPr>
      </p:pic>
    </p:spTree>
    <p:extLst>
      <p:ext uri="{BB962C8B-B14F-4D97-AF65-F5344CB8AC3E}">
        <p14:creationId xmlns:p14="http://schemas.microsoft.com/office/powerpoint/2010/main" val="2066008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CDC7D-E679-1627-7142-8D5854FAE37F}"/>
              </a:ext>
            </a:extLst>
          </p:cNvPr>
          <p:cNvSpPr>
            <a:spLocks noGrp="1"/>
          </p:cNvSpPr>
          <p:nvPr>
            <p:ph type="title"/>
          </p:nvPr>
        </p:nvSpPr>
        <p:spPr>
          <a:xfrm>
            <a:off x="914400" y="406973"/>
            <a:ext cx="5181600" cy="2376868"/>
          </a:xfrm>
        </p:spPr>
        <p:txBody>
          <a:bodyPr/>
          <a:lstStyle/>
          <a:p>
            <a:r>
              <a:rPr lang="en-US"/>
              <a:t>PASSWORDLESS AUTHENTICATION</a:t>
            </a:r>
          </a:p>
        </p:txBody>
      </p:sp>
      <p:sp>
        <p:nvSpPr>
          <p:cNvPr id="3" name="Content Placeholder 2">
            <a:extLst>
              <a:ext uri="{FF2B5EF4-FFF2-40B4-BE49-F238E27FC236}">
                <a16:creationId xmlns:a16="http://schemas.microsoft.com/office/drawing/2014/main" id="{F1497BA4-5FBE-EAB6-EBC8-74F58780812B}"/>
              </a:ext>
            </a:extLst>
          </p:cNvPr>
          <p:cNvSpPr>
            <a:spLocks noGrp="1"/>
          </p:cNvSpPr>
          <p:nvPr>
            <p:ph sz="quarter" idx="10"/>
          </p:nvPr>
        </p:nvSpPr>
        <p:spPr>
          <a:xfrm>
            <a:off x="914400" y="2936240"/>
            <a:ext cx="5181600" cy="3128963"/>
          </a:xfrm>
        </p:spPr>
        <p:txBody>
          <a:bodyPr vert="horz" lIns="91440" tIns="45720" rIns="91440" bIns="45720" rtlCol="0" anchor="t">
            <a:normAutofit/>
          </a:bodyPr>
          <a:lstStyle/>
          <a:p>
            <a:pPr marL="285750" indent="-285750">
              <a:buFont typeface="Arial"/>
              <a:buChar char="•"/>
            </a:pPr>
            <a:r>
              <a:rPr lang="en-US" b="1">
                <a:ea typeface="+mn-lt"/>
                <a:cs typeface="+mn-lt"/>
              </a:rPr>
              <a:t>Magic Links</a:t>
            </a:r>
            <a:r>
              <a:rPr lang="en-US">
                <a:ea typeface="+mn-lt"/>
                <a:cs typeface="+mn-lt"/>
              </a:rPr>
              <a:t>: One-time links sent to an email for direct login.</a:t>
            </a:r>
            <a:endParaRPr lang="en-US"/>
          </a:p>
          <a:p>
            <a:pPr marL="285750" indent="-285750">
              <a:buFont typeface="Arial"/>
              <a:buChar char="•"/>
            </a:pPr>
            <a:r>
              <a:rPr lang="en-US" b="1">
                <a:ea typeface="+mn-lt"/>
                <a:cs typeface="+mn-lt"/>
              </a:rPr>
              <a:t>Single Sign-On (SSO)</a:t>
            </a:r>
            <a:r>
              <a:rPr lang="en-US">
                <a:ea typeface="+mn-lt"/>
                <a:cs typeface="+mn-lt"/>
              </a:rPr>
              <a:t>: Unified login across services through trusted providers.</a:t>
            </a:r>
            <a:endParaRPr lang="en-US"/>
          </a:p>
          <a:p>
            <a:endParaRPr lang="en-US"/>
          </a:p>
        </p:txBody>
      </p:sp>
    </p:spTree>
    <p:extLst>
      <p:ext uri="{BB962C8B-B14F-4D97-AF65-F5344CB8AC3E}">
        <p14:creationId xmlns:p14="http://schemas.microsoft.com/office/powerpoint/2010/main" val="248148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9A1123F-A3BC-375B-05FA-DB03E0AECF7F}"/>
            </a:ext>
          </a:extLst>
        </p:cNvPr>
        <p:cNvGrpSpPr/>
        <p:nvPr/>
      </p:nvGrpSpPr>
      <p:grpSpPr>
        <a:xfrm>
          <a:off x="0" y="0"/>
          <a:ext cx="0" cy="0"/>
          <a:chOff x="0" y="0"/>
          <a:chExt cx="0" cy="0"/>
        </a:xfrm>
      </p:grpSpPr>
      <p:sp>
        <p:nvSpPr>
          <p:cNvPr id="11" name="Title 6">
            <a:extLst>
              <a:ext uri="{FF2B5EF4-FFF2-40B4-BE49-F238E27FC236}">
                <a16:creationId xmlns:a16="http://schemas.microsoft.com/office/drawing/2014/main" id="{0AD020E5-3B7A-944A-9C8A-AA243B271CEF}"/>
              </a:ext>
            </a:extLst>
          </p:cNvPr>
          <p:cNvSpPr txBox="1">
            <a:spLocks/>
          </p:cNvSpPr>
          <p:nvPr/>
        </p:nvSpPr>
        <p:spPr>
          <a:xfrm>
            <a:off x="867128" y="1765642"/>
            <a:ext cx="5563896" cy="60127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cap="all" baseline="0">
                <a:solidFill>
                  <a:schemeClr val="tx1"/>
                </a:solidFill>
                <a:latin typeface="+mj-lt"/>
                <a:ea typeface="+mj-ea"/>
                <a:cs typeface="+mj-cs"/>
              </a:defRPr>
            </a:lvl1pPr>
          </a:lstStyle>
          <a:p>
            <a:r>
              <a:rPr lang="en-US" sz="3200" dirty="0">
                <a:solidFill>
                  <a:schemeClr val="bg1"/>
                </a:solidFill>
              </a:rPr>
              <a:t>Steps of 2fa login flow :</a:t>
            </a:r>
          </a:p>
        </p:txBody>
      </p:sp>
      <p:sp>
        <p:nvSpPr>
          <p:cNvPr id="2" name="Title 2">
            <a:extLst>
              <a:ext uri="{FF2B5EF4-FFF2-40B4-BE49-F238E27FC236}">
                <a16:creationId xmlns:a16="http://schemas.microsoft.com/office/drawing/2014/main" id="{6106C7E9-E4A3-C365-DDF2-71DAE5DEFFE9}"/>
              </a:ext>
            </a:extLst>
          </p:cNvPr>
          <p:cNvSpPr txBox="1">
            <a:spLocks/>
          </p:cNvSpPr>
          <p:nvPr/>
        </p:nvSpPr>
        <p:spPr>
          <a:xfrm>
            <a:off x="6292645" y="753294"/>
            <a:ext cx="5867991" cy="510522"/>
          </a:xfrm>
          <a:prstGeom prst="rect">
            <a:avLst/>
          </a:prstGeom>
        </p:spPr>
        <p:txBody>
          <a:bodyPr vert="horz" lIns="91440" tIns="45720" rIns="91440" bIns="45720" rtlCol="0" anchor="b">
            <a:normAutofit/>
          </a:bodyPr>
          <a:lstStyle>
            <a:defPPr>
              <a:defRPr lang="en-US"/>
            </a:defPPr>
            <a:lvl1pPr marL="0"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all" spc="0" normalizeH="0" baseline="0" noProof="0" dirty="0">
                <a:ln>
                  <a:noFill/>
                </a:ln>
                <a:solidFill>
                  <a:srgbClr val="70AD47"/>
                </a:solidFill>
                <a:effectLst/>
                <a:uLnTx/>
                <a:uFillTx/>
                <a:latin typeface="Tenorite"/>
                <a:ea typeface="+mj-ea"/>
                <a:cs typeface="+mj-cs"/>
              </a:rPr>
              <a:t>03. Step-by-step 2fa login flow</a:t>
            </a:r>
            <a:endParaRPr kumimoji="0" lang="en-US" sz="2400" i="0" u="none" strike="noStrike" kern="1200" cap="all" spc="0" normalizeH="0" baseline="0" noProof="0" dirty="0">
              <a:ln>
                <a:noFill/>
              </a:ln>
              <a:solidFill>
                <a:schemeClr val="accent6"/>
              </a:solidFill>
              <a:effectLst/>
              <a:uLnTx/>
              <a:uFillTx/>
              <a:latin typeface="Tenorite"/>
              <a:ea typeface="+mj-ea"/>
              <a:cs typeface="+mj-cs"/>
            </a:endParaRPr>
          </a:p>
        </p:txBody>
      </p:sp>
      <p:pic>
        <p:nvPicPr>
          <p:cNvPr id="3" name="Picture 2" descr="A computer with a shield and a phone&#10;&#10;AI-generated content may be incorrect.">
            <a:extLst>
              <a:ext uri="{FF2B5EF4-FFF2-40B4-BE49-F238E27FC236}">
                <a16:creationId xmlns:a16="http://schemas.microsoft.com/office/drawing/2014/main" id="{45646ED1-2507-EC43-93B5-BBAA9327AD70}"/>
              </a:ext>
            </a:extLst>
          </p:cNvPr>
          <p:cNvPicPr>
            <a:picLocks noChangeAspect="1"/>
          </p:cNvPicPr>
          <p:nvPr/>
        </p:nvPicPr>
        <p:blipFill>
          <a:blip r:embed="rId2"/>
          <a:srcRect l="621" t="5063" r="-214" b="5166"/>
          <a:stretch/>
        </p:blipFill>
        <p:spPr>
          <a:xfrm>
            <a:off x="5507542" y="2729363"/>
            <a:ext cx="5862090" cy="3540377"/>
          </a:xfrm>
          <a:prstGeom prst="rect">
            <a:avLst/>
          </a:prstGeom>
        </p:spPr>
      </p:pic>
    </p:spTree>
    <p:extLst>
      <p:ext uri="{BB962C8B-B14F-4D97-AF65-F5344CB8AC3E}">
        <p14:creationId xmlns:p14="http://schemas.microsoft.com/office/powerpoint/2010/main" val="3045824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6F771DD-9B5F-E8C9-C2D9-62C5674DF568}"/>
              </a:ext>
            </a:extLst>
          </p:cNvPr>
          <p:cNvSpPr>
            <a:spLocks noGrp="1"/>
          </p:cNvSpPr>
          <p:nvPr>
            <p:ph sz="quarter" idx="10"/>
          </p:nvPr>
        </p:nvSpPr>
        <p:spPr>
          <a:xfrm>
            <a:off x="914399" y="1647948"/>
            <a:ext cx="9231391" cy="3581327"/>
          </a:xfrm>
        </p:spPr>
        <p:txBody>
          <a:bodyPr vert="horz" lIns="91440" tIns="45720" rIns="91440" bIns="45720" rtlCol="0" anchor="t">
            <a:normAutofit/>
          </a:bodyPr>
          <a:lstStyle/>
          <a:p>
            <a:pPr marL="0" indent="0" algn="just">
              <a:spcBef>
                <a:spcPts val="1000"/>
              </a:spcBef>
              <a:spcAft>
                <a:spcPts val="0"/>
              </a:spcAft>
              <a:buNone/>
            </a:pPr>
            <a:r>
              <a:rPr lang="en-US" b="1" dirty="0"/>
              <a:t>Step 1) Enter Username and Password</a:t>
            </a:r>
            <a:r>
              <a:rPr lang="en-US" dirty="0"/>
              <a:t> – </a:t>
            </a:r>
            <a:r>
              <a:rPr lang="en-US" sz="2000" dirty="0"/>
              <a:t>User inputs credentials.</a:t>
            </a:r>
          </a:p>
          <a:p>
            <a:pPr lvl="7" algn="just"/>
            <a:endParaRPr lang="en-US" sz="2000" dirty="0"/>
          </a:p>
          <a:p>
            <a:pPr marL="0" indent="0" algn="just">
              <a:spcBef>
                <a:spcPts val="1000"/>
              </a:spcBef>
              <a:spcAft>
                <a:spcPts val="0"/>
              </a:spcAft>
              <a:buNone/>
            </a:pPr>
            <a:r>
              <a:rPr lang="en-US" b="1" dirty="0"/>
              <a:t>Step 2) Prompt for Second Factor </a:t>
            </a:r>
            <a:r>
              <a:rPr lang="en-US" dirty="0"/>
              <a:t>– System requests second factor (OTP, app prompt etc.)</a:t>
            </a:r>
          </a:p>
          <a:p>
            <a:pPr marL="0" indent="0" algn="just">
              <a:spcBef>
                <a:spcPts val="1000"/>
              </a:spcBef>
              <a:spcAft>
                <a:spcPts val="0"/>
              </a:spcAft>
              <a:buNone/>
            </a:pPr>
            <a:endParaRPr lang="en-US" b="1" dirty="0"/>
          </a:p>
          <a:p>
            <a:pPr marL="0" indent="0" algn="just">
              <a:spcBef>
                <a:spcPts val="1000"/>
              </a:spcBef>
              <a:spcAft>
                <a:spcPts val="0"/>
              </a:spcAft>
              <a:buNone/>
            </a:pPr>
            <a:r>
              <a:rPr lang="en-US" b="1" dirty="0"/>
              <a:t>Step 3) Perform Second Factor </a:t>
            </a:r>
            <a:r>
              <a:rPr lang="en-US" dirty="0"/>
              <a:t>– User opens app and enter code or approves push notification.</a:t>
            </a:r>
          </a:p>
          <a:p>
            <a:pPr algn="just">
              <a:spcBef>
                <a:spcPts val="1000"/>
              </a:spcBef>
              <a:spcAft>
                <a:spcPts val="0"/>
              </a:spcAft>
            </a:pPr>
            <a:endParaRPr lang="en-US" dirty="0"/>
          </a:p>
          <a:p>
            <a:pPr marL="0" indent="0" algn="just">
              <a:spcBef>
                <a:spcPts val="1000"/>
              </a:spcBef>
              <a:spcAft>
                <a:spcPts val="0"/>
              </a:spcAft>
              <a:buNone/>
            </a:pPr>
            <a:r>
              <a:rPr lang="en-US" b="1" dirty="0"/>
              <a:t>Step 4) Access Granted </a:t>
            </a:r>
            <a:r>
              <a:rPr lang="en-US" dirty="0"/>
              <a:t>– User authenticated and Logged in successfully.</a:t>
            </a:r>
          </a:p>
          <a:p>
            <a:pPr algn="just">
              <a:spcBef>
                <a:spcPts val="1000"/>
              </a:spcBef>
              <a:spcAft>
                <a:spcPts val="0"/>
              </a:spcAft>
            </a:pPr>
            <a:endParaRPr lang="en-US" dirty="0"/>
          </a:p>
          <a:p>
            <a:pPr algn="just">
              <a:spcBef>
                <a:spcPts val="1000"/>
              </a:spcBef>
              <a:spcAft>
                <a:spcPts val="0"/>
              </a:spcAft>
            </a:pPr>
            <a:endParaRPr lang="en-US" dirty="0"/>
          </a:p>
          <a:p>
            <a:pPr algn="just"/>
            <a:endParaRPr lang="en-US" dirty="0"/>
          </a:p>
        </p:txBody>
      </p:sp>
    </p:spTree>
    <p:extLst>
      <p:ext uri="{BB962C8B-B14F-4D97-AF65-F5344CB8AC3E}">
        <p14:creationId xmlns:p14="http://schemas.microsoft.com/office/powerpoint/2010/main" val="2043820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03AC44C3-2368-E6B1-C065-4FF305D9E262}"/>
              </a:ext>
            </a:extLst>
          </p:cNvPr>
          <p:cNvSpPr>
            <a:spLocks noGrp="1"/>
          </p:cNvSpPr>
          <p:nvPr>
            <p:ph type="title"/>
          </p:nvPr>
        </p:nvSpPr>
        <p:spPr>
          <a:xfrm>
            <a:off x="1850139" y="1607902"/>
            <a:ext cx="5057104" cy="700672"/>
          </a:xfrm>
        </p:spPr>
        <p:txBody>
          <a:bodyPr/>
          <a:lstStyle/>
          <a:p>
            <a:r>
              <a:rPr lang="en-US" sz="3200" dirty="0"/>
              <a:t>Benefits of 2fa :</a:t>
            </a:r>
          </a:p>
        </p:txBody>
      </p:sp>
      <p:sp>
        <p:nvSpPr>
          <p:cNvPr id="13" name="Title 2">
            <a:extLst>
              <a:ext uri="{FF2B5EF4-FFF2-40B4-BE49-F238E27FC236}">
                <a16:creationId xmlns:a16="http://schemas.microsoft.com/office/drawing/2014/main" id="{A039C4AA-A69C-9F6F-7125-C9177EE8EDDB}"/>
              </a:ext>
            </a:extLst>
          </p:cNvPr>
          <p:cNvSpPr txBox="1">
            <a:spLocks/>
          </p:cNvSpPr>
          <p:nvPr/>
        </p:nvSpPr>
        <p:spPr>
          <a:xfrm>
            <a:off x="5002254" y="675990"/>
            <a:ext cx="7158383" cy="510522"/>
          </a:xfrm>
          <a:prstGeom prst="rect">
            <a:avLst/>
          </a:prstGeom>
        </p:spPr>
        <p:txBody>
          <a:bodyPr vert="horz" lIns="91440" tIns="45720" rIns="91440" bIns="45720" rtlCol="0" anchor="b">
            <a:normAutofit/>
          </a:bodyPr>
          <a:lstStyle>
            <a:defPPr>
              <a:defRPr lang="en-US"/>
            </a:defPPr>
            <a:lvl1pPr marL="0"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all" spc="0" normalizeH="0" baseline="0" noProof="0" dirty="0">
                <a:ln>
                  <a:noFill/>
                </a:ln>
                <a:solidFill>
                  <a:srgbClr val="70AD47"/>
                </a:solidFill>
                <a:effectLst/>
                <a:uLnTx/>
                <a:uFillTx/>
                <a:latin typeface="Tenorite"/>
                <a:ea typeface="+mj-ea"/>
                <a:cs typeface="+mj-cs"/>
              </a:rPr>
              <a:t>04. Benefits of Two Factor AUTHENTICATION</a:t>
            </a:r>
          </a:p>
        </p:txBody>
      </p:sp>
      <p:sp>
        <p:nvSpPr>
          <p:cNvPr id="3" name="TextBox 2">
            <a:extLst>
              <a:ext uri="{FF2B5EF4-FFF2-40B4-BE49-F238E27FC236}">
                <a16:creationId xmlns:a16="http://schemas.microsoft.com/office/drawing/2014/main" id="{C994E073-876B-9ABA-6FEA-C5CE4D15B7BB}"/>
              </a:ext>
            </a:extLst>
          </p:cNvPr>
          <p:cNvSpPr txBox="1"/>
          <p:nvPr/>
        </p:nvSpPr>
        <p:spPr>
          <a:xfrm>
            <a:off x="5541617" y="2421944"/>
            <a:ext cx="5713895" cy="378565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342900" marR="0" lvl="0" indent="-342900" algn="just" defTabSz="914400" rtl="0" eaLnBrk="1" fontAlgn="auto" latinLnBrk="0" hangingPunct="1">
              <a:lnSpc>
                <a:spcPct val="100000"/>
              </a:lnSpc>
              <a:spcBef>
                <a:spcPts val="0"/>
              </a:spcBef>
              <a:spcAft>
                <a:spcPts val="0"/>
              </a:spcAft>
              <a:buClrTx/>
              <a:buSzTx/>
              <a:buFont typeface="Arial"/>
              <a:buChar char="•"/>
              <a:tabLst/>
              <a:defRPr/>
            </a:pPr>
            <a:r>
              <a:rPr kumimoji="0" lang="en-US" sz="2000" b="1" i="0" u="none" strike="noStrike" kern="1200" cap="none" spc="0" normalizeH="0" baseline="0" noProof="0" dirty="0">
                <a:ln>
                  <a:noFill/>
                </a:ln>
                <a:solidFill>
                  <a:prstClr val="white"/>
                </a:solidFill>
                <a:effectLst/>
                <a:uLnTx/>
                <a:uFillTx/>
                <a:latin typeface="Tenorite"/>
                <a:ea typeface="+mn-ea"/>
                <a:cs typeface="+mn-cs"/>
              </a:rPr>
              <a:t>Enhanced Security - </a:t>
            </a:r>
            <a:r>
              <a:rPr kumimoji="0" lang="en-US" sz="2000" b="0" i="0" u="none" strike="noStrike" kern="1200" cap="none" spc="0" normalizeH="0" baseline="0" noProof="0" dirty="0">
                <a:ln>
                  <a:noFill/>
                </a:ln>
                <a:solidFill>
                  <a:prstClr val="white"/>
                </a:solidFill>
                <a:effectLst/>
                <a:uLnTx/>
                <a:uFillTx/>
                <a:latin typeface="Tenorite"/>
                <a:ea typeface="+mn-ea"/>
                <a:cs typeface="+mn-cs"/>
              </a:rPr>
              <a:t>Two-Factor Authentication (2FA) adds an additional layer of protection by requiring two independent factors for account access, reducing the risk of unauthorized access.​</a:t>
            </a:r>
            <a:endParaRPr kumimoji="0" lang="en-US" sz="2000" b="0" i="0" u="none" strike="noStrike" kern="1200" cap="none" spc="0" normalizeH="0" baseline="0" noProof="0">
              <a:ln>
                <a:noFill/>
              </a:ln>
              <a:solidFill>
                <a:prstClr val="white"/>
              </a:solidFill>
              <a:effectLst/>
              <a:uLnTx/>
              <a:uFillTx/>
              <a:latin typeface="Tenorite"/>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a:buChar char="•"/>
              <a:tabLst/>
              <a:defRPr/>
            </a:pPr>
            <a:endParaRPr kumimoji="0" lang="en-US" sz="2000" b="1" i="0" u="none" strike="noStrike" kern="1200" cap="none" spc="0" normalizeH="0" baseline="0" noProof="0" dirty="0">
              <a:ln>
                <a:noFill/>
              </a:ln>
              <a:solidFill>
                <a:prstClr val="white"/>
              </a:solidFill>
              <a:effectLst/>
              <a:uLnTx/>
              <a:uFillTx/>
              <a:latin typeface="Tenorite"/>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a:buChar char="•"/>
              <a:tabLst/>
              <a:defRPr/>
            </a:pPr>
            <a:r>
              <a:rPr kumimoji="0" lang="en-US" sz="2000" b="1" i="0" u="none" strike="noStrike" kern="1200" cap="none" spc="0" normalizeH="0" baseline="0" noProof="0" dirty="0">
                <a:ln>
                  <a:noFill/>
                </a:ln>
                <a:solidFill>
                  <a:prstClr val="white"/>
                </a:solidFill>
                <a:effectLst/>
                <a:uLnTx/>
                <a:uFillTx/>
                <a:latin typeface="Tenorite"/>
                <a:ea typeface="+mn-ea"/>
                <a:cs typeface="+mn-cs"/>
              </a:rPr>
              <a:t>Protection Against Cyberattacks – </a:t>
            </a:r>
            <a:r>
              <a:rPr kumimoji="0" lang="en-US" sz="2000" b="0" i="0" u="none" strike="noStrike" kern="1200" cap="none" spc="0" normalizeH="0" baseline="0" noProof="0" dirty="0">
                <a:ln>
                  <a:noFill/>
                </a:ln>
                <a:solidFill>
                  <a:prstClr val="white"/>
                </a:solidFill>
                <a:effectLst/>
                <a:uLnTx/>
                <a:uFillTx/>
                <a:latin typeface="Tenorite"/>
                <a:ea typeface="+mn-ea"/>
                <a:cs typeface="+mn-cs"/>
              </a:rPr>
              <a:t>It effectively prevents common attack such as phishing, brute. Force, credential stuffing, and keylogging by requiring a second form of verification beyond passwords. </a:t>
            </a:r>
            <a:br>
              <a:rPr kumimoji="0" lang="en-US" sz="2000" b="1" i="0" u="none" strike="noStrike" kern="1200" cap="none" spc="0" normalizeH="0" baseline="0" noProof="0" dirty="0">
                <a:ln>
                  <a:noFill/>
                </a:ln>
                <a:solidFill>
                  <a:prstClr val="black"/>
                </a:solidFill>
                <a:effectLst/>
                <a:uLnTx/>
                <a:uFillTx/>
                <a:latin typeface="Tenorite"/>
                <a:ea typeface="+mn-ea"/>
                <a:cs typeface="+mn-cs"/>
              </a:rPr>
            </a:br>
            <a:endParaRPr kumimoji="0" lang="en-US" sz="2000" b="1" i="0" u="none" strike="noStrike" kern="1200" cap="none" spc="0" normalizeH="0" baseline="0" noProof="0" dirty="0">
              <a:ln>
                <a:noFill/>
              </a:ln>
              <a:solidFill>
                <a:prstClr val="white"/>
              </a:solidFill>
              <a:effectLst/>
              <a:uLnTx/>
              <a:uFillTx/>
              <a:latin typeface="Tenorite"/>
              <a:ea typeface="+mn-ea"/>
              <a:cs typeface="+mn-cs"/>
            </a:endParaRPr>
          </a:p>
        </p:txBody>
      </p:sp>
    </p:spTree>
    <p:extLst>
      <p:ext uri="{BB962C8B-B14F-4D97-AF65-F5344CB8AC3E}">
        <p14:creationId xmlns:p14="http://schemas.microsoft.com/office/powerpoint/2010/main" val="4031990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AD2799B-E832-777A-9EE6-0FDCEB0F797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61F8ACC-D381-2360-FC2C-3C6E02D54A19}"/>
              </a:ext>
            </a:extLst>
          </p:cNvPr>
          <p:cNvSpPr txBox="1"/>
          <p:nvPr/>
        </p:nvSpPr>
        <p:spPr>
          <a:xfrm>
            <a:off x="5541617" y="2416175"/>
            <a:ext cx="5713895" cy="255454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342900" marR="0" lvl="0" indent="-342900" algn="just" defTabSz="914400" rtl="0" eaLnBrk="1" fontAlgn="auto" latinLnBrk="0" hangingPunct="1">
              <a:lnSpc>
                <a:spcPct val="100000"/>
              </a:lnSpc>
              <a:spcBef>
                <a:spcPts val="0"/>
              </a:spcBef>
              <a:spcAft>
                <a:spcPts val="0"/>
              </a:spcAft>
              <a:buClrTx/>
              <a:buSzTx/>
              <a:buFont typeface="Arial"/>
              <a:buChar char="•"/>
              <a:tabLst/>
              <a:defRPr/>
            </a:pPr>
            <a:r>
              <a:rPr kumimoji="0" lang="en-US" sz="2000" b="1" i="0" u="none" strike="noStrike" kern="1200" cap="none" spc="0" normalizeH="0" baseline="0" noProof="0" dirty="0">
                <a:ln>
                  <a:noFill/>
                </a:ln>
                <a:solidFill>
                  <a:prstClr val="black"/>
                </a:solidFill>
                <a:effectLst/>
                <a:uLnTx/>
                <a:uFillTx/>
                <a:latin typeface="Tenorite"/>
                <a:ea typeface="+mn-lt"/>
                <a:cs typeface="+mn-lt"/>
              </a:rPr>
              <a:t>Mitigates Weak Password Risks -</a:t>
            </a:r>
            <a:r>
              <a:rPr kumimoji="0" lang="en-US" sz="2000" b="0" i="0" u="none" strike="noStrike" kern="1200" cap="none" spc="0" normalizeH="0" baseline="0" noProof="0" dirty="0">
                <a:ln>
                  <a:noFill/>
                </a:ln>
                <a:solidFill>
                  <a:prstClr val="black"/>
                </a:solidFill>
                <a:effectLst/>
                <a:uLnTx/>
                <a:uFillTx/>
                <a:latin typeface="Tenorite"/>
                <a:ea typeface="+mn-lt"/>
                <a:cs typeface="+mn-lt"/>
              </a:rPr>
              <a:t> 2FA compensates for weak, stolen, or reused passwords, as the second factor ensures security even if the password is compromised.</a:t>
            </a:r>
            <a:endParaRPr kumimoji="0" lang="en-US" sz="2000" b="0" i="0" u="none" strike="noStrike" kern="1200" cap="none" spc="0" normalizeH="0" baseline="0" noProof="0" dirty="0">
              <a:ln>
                <a:noFill/>
              </a:ln>
              <a:solidFill>
                <a:prstClr val="black"/>
              </a:solidFill>
              <a:effectLst/>
              <a:uLnTx/>
              <a:uFillTx/>
              <a:latin typeface="Tenorite"/>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a:buChar char="•"/>
              <a:tabLst/>
              <a:defRPr/>
            </a:pPr>
            <a:endParaRPr kumimoji="0" lang="en-US" sz="2000" b="0" i="0" u="none" strike="noStrike" kern="1200" cap="none" spc="0" normalizeH="0" baseline="0" noProof="0" dirty="0">
              <a:ln>
                <a:noFill/>
              </a:ln>
              <a:solidFill>
                <a:prstClr val="black"/>
              </a:solidFill>
              <a:effectLst/>
              <a:uLnTx/>
              <a:uFillTx/>
              <a:latin typeface="Tenorite"/>
              <a:ea typeface="+mn-lt"/>
              <a:cs typeface="+mn-lt"/>
            </a:endParaRPr>
          </a:p>
          <a:p>
            <a:pPr marL="342900" marR="0" lvl="0" indent="-342900" algn="just" defTabSz="914400" rtl="0" eaLnBrk="1" fontAlgn="auto" latinLnBrk="0" hangingPunct="1">
              <a:lnSpc>
                <a:spcPct val="100000"/>
              </a:lnSpc>
              <a:spcBef>
                <a:spcPts val="0"/>
              </a:spcBef>
              <a:spcAft>
                <a:spcPts val="0"/>
              </a:spcAft>
              <a:buClrTx/>
              <a:buSzTx/>
              <a:buFont typeface="Arial"/>
              <a:buChar char="•"/>
              <a:tabLst/>
              <a:defRPr/>
            </a:pPr>
            <a:r>
              <a:rPr kumimoji="0" lang="en-US" sz="2000" b="1" i="0" u="none" strike="noStrike" kern="1200" cap="none" spc="0" normalizeH="0" baseline="0" noProof="0" dirty="0">
                <a:ln>
                  <a:noFill/>
                </a:ln>
                <a:solidFill>
                  <a:prstClr val="black"/>
                </a:solidFill>
                <a:effectLst/>
                <a:uLnTx/>
                <a:uFillTx/>
                <a:latin typeface="Tenorite"/>
                <a:ea typeface="+mn-lt"/>
                <a:cs typeface="+mn-lt"/>
              </a:rPr>
              <a:t>User Trust and Compliance -</a:t>
            </a:r>
            <a:r>
              <a:rPr kumimoji="0" lang="en-US" sz="2000" b="0" i="0" u="none" strike="noStrike" kern="1200" cap="none" spc="0" normalizeH="0" baseline="0" noProof="0" dirty="0">
                <a:ln>
                  <a:noFill/>
                </a:ln>
                <a:solidFill>
                  <a:prstClr val="black"/>
                </a:solidFill>
                <a:effectLst/>
                <a:uLnTx/>
                <a:uFillTx/>
                <a:latin typeface="Tenorite"/>
                <a:ea typeface="+mn-lt"/>
                <a:cs typeface="+mn-lt"/>
              </a:rPr>
              <a:t> Boosts user confidence in the system security and helps meet regulatory requirements.</a:t>
            </a:r>
          </a:p>
        </p:txBody>
      </p:sp>
      <p:pic>
        <p:nvPicPr>
          <p:cNvPr id="3" name="Picture 2" descr="Benefit of 2FA">
            <a:extLst>
              <a:ext uri="{FF2B5EF4-FFF2-40B4-BE49-F238E27FC236}">
                <a16:creationId xmlns:a16="http://schemas.microsoft.com/office/drawing/2014/main" id="{A3FFC647-DC93-342D-7BB8-A9901D9BF616}"/>
              </a:ext>
            </a:extLst>
          </p:cNvPr>
          <p:cNvPicPr>
            <a:picLocks noChangeAspect="1"/>
          </p:cNvPicPr>
          <p:nvPr/>
        </p:nvPicPr>
        <p:blipFill>
          <a:blip r:embed="rId2"/>
          <a:stretch>
            <a:fillRect/>
          </a:stretch>
        </p:blipFill>
        <p:spPr>
          <a:xfrm>
            <a:off x="801932" y="1702777"/>
            <a:ext cx="4456968" cy="3851032"/>
          </a:xfrm>
          <a:prstGeom prst="rect">
            <a:avLst/>
          </a:prstGeom>
          <a:ln w="635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1590559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6">
            <a:extLst>
              <a:ext uri="{FF2B5EF4-FFF2-40B4-BE49-F238E27FC236}">
                <a16:creationId xmlns:a16="http://schemas.microsoft.com/office/drawing/2014/main" id="{78650971-B870-9F47-4D27-5E566DE59244}"/>
              </a:ext>
            </a:extLst>
          </p:cNvPr>
          <p:cNvSpPr>
            <a:spLocks noGrp="1"/>
          </p:cNvSpPr>
          <p:nvPr>
            <p:ph type="title"/>
          </p:nvPr>
        </p:nvSpPr>
        <p:spPr>
          <a:xfrm>
            <a:off x="1847761" y="1710520"/>
            <a:ext cx="5420520" cy="659046"/>
          </a:xfrm>
        </p:spPr>
        <p:txBody>
          <a:bodyPr>
            <a:normAutofit fontScale="90000"/>
          </a:bodyPr>
          <a:lstStyle/>
          <a:p>
            <a:r>
              <a:rPr lang="en-US" sz="3200" dirty="0"/>
              <a:t>Challenges &amp; Limitations :</a:t>
            </a:r>
          </a:p>
        </p:txBody>
      </p:sp>
      <p:sp>
        <p:nvSpPr>
          <p:cNvPr id="11" name="Title 2">
            <a:extLst>
              <a:ext uri="{FF2B5EF4-FFF2-40B4-BE49-F238E27FC236}">
                <a16:creationId xmlns:a16="http://schemas.microsoft.com/office/drawing/2014/main" id="{1FF79B6D-7F98-406D-4662-29E91B2F4B6D}"/>
              </a:ext>
            </a:extLst>
          </p:cNvPr>
          <p:cNvSpPr txBox="1">
            <a:spLocks/>
          </p:cNvSpPr>
          <p:nvPr/>
        </p:nvSpPr>
        <p:spPr>
          <a:xfrm>
            <a:off x="6659625" y="753294"/>
            <a:ext cx="5430673" cy="510522"/>
          </a:xfrm>
          <a:prstGeom prst="rect">
            <a:avLst/>
          </a:prstGeom>
        </p:spPr>
        <p:txBody>
          <a:bodyPr vert="horz" lIns="91440" tIns="45720" rIns="91440" bIns="45720" rtlCol="0" anchor="b">
            <a:normAutofit/>
          </a:bodyPr>
          <a:lstStyle>
            <a:defPPr>
              <a:defRPr lang="en-US"/>
            </a:defPPr>
            <a:lvl1pPr marL="0"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all" spc="0" normalizeH="0" baseline="0" noProof="0" dirty="0">
                <a:ln>
                  <a:noFill/>
                </a:ln>
                <a:solidFill>
                  <a:srgbClr val="70AD47"/>
                </a:solidFill>
                <a:effectLst/>
                <a:uLnTx/>
                <a:uFillTx/>
                <a:latin typeface="Tenorite"/>
                <a:ea typeface="+mj-ea"/>
                <a:cs typeface="+mj-cs"/>
              </a:rPr>
              <a:t>05. Challenges and limitations</a:t>
            </a:r>
          </a:p>
        </p:txBody>
      </p:sp>
      <p:sp>
        <p:nvSpPr>
          <p:cNvPr id="2" name="TextBox 1">
            <a:extLst>
              <a:ext uri="{FF2B5EF4-FFF2-40B4-BE49-F238E27FC236}">
                <a16:creationId xmlns:a16="http://schemas.microsoft.com/office/drawing/2014/main" id="{5C936B80-FAAF-1799-7F55-D635C6913BBB}"/>
              </a:ext>
            </a:extLst>
          </p:cNvPr>
          <p:cNvSpPr txBox="1"/>
          <p:nvPr/>
        </p:nvSpPr>
        <p:spPr>
          <a:xfrm>
            <a:off x="6260123" y="2883877"/>
            <a:ext cx="475956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marR="0" lvl="0" indent="-228600" algn="just" defTabSz="914400" rtl="0" eaLnBrk="1" fontAlgn="auto" latinLnBrk="0" hangingPunct="1">
              <a:lnSpc>
                <a:spcPct val="100000"/>
              </a:lnSpc>
              <a:spcBef>
                <a:spcPts val="0"/>
              </a:spcBef>
              <a:spcAft>
                <a:spcPts val="0"/>
              </a:spcAft>
              <a:buClrTx/>
              <a:buSzTx/>
              <a:buFont typeface=""/>
              <a:buChar char="•"/>
              <a:tabLst/>
              <a:defRPr/>
            </a:pPr>
            <a:r>
              <a:rPr kumimoji="0" lang="en-US" sz="1800" b="1" i="0" u="none" strike="noStrike" kern="1200" cap="none" spc="0" normalizeH="0" baseline="0" noProof="0" dirty="0">
                <a:ln>
                  <a:noFill/>
                </a:ln>
                <a:solidFill>
                  <a:prstClr val="white"/>
                </a:solidFill>
                <a:effectLst/>
                <a:uLnTx/>
                <a:uFillTx/>
                <a:latin typeface="Tenorite"/>
                <a:ea typeface="+mn-ea"/>
                <a:cs typeface="+mn-cs"/>
              </a:rPr>
              <a:t>Usability Issues:</a:t>
            </a:r>
            <a:r>
              <a:rPr kumimoji="0" lang="en-US" sz="1800" b="0" i="0" u="none" strike="noStrike" kern="1200" cap="none" spc="0" normalizeH="0" baseline="0" noProof="0" dirty="0">
                <a:ln>
                  <a:noFill/>
                </a:ln>
                <a:solidFill>
                  <a:prstClr val="white"/>
                </a:solidFill>
                <a:effectLst/>
                <a:uLnTx/>
                <a:uFillTx/>
                <a:latin typeface="Tenorite"/>
                <a:ea typeface="+mn-ea"/>
                <a:cs typeface="+mn-cs"/>
              </a:rPr>
              <a:t> Users may find 2FA inconvenient or confusing, and losing access to the second factor (e.g., phone or token) can lock them out of their accounts.</a:t>
            </a:r>
            <a:endParaRPr kumimoji="0" lang="en-US" sz="1800" b="0" i="0" u="none" strike="noStrike" kern="1200" cap="none" spc="0" normalizeH="0" baseline="0" noProof="0">
              <a:ln>
                <a:noFill/>
              </a:ln>
              <a:solidFill>
                <a:prstClr val="black"/>
              </a:solidFill>
              <a:effectLst/>
              <a:uLnTx/>
              <a:uFillTx/>
              <a:latin typeface="Tenorite"/>
              <a:ea typeface="+mn-ea"/>
              <a:cs typeface="+mn-cs"/>
            </a:endParaRPr>
          </a:p>
          <a:p>
            <a:pPr marL="228600" marR="0" lvl="0" indent="-228600" algn="just" defTabSz="914400" rtl="0" eaLnBrk="1" fontAlgn="auto" latinLnBrk="0" hangingPunct="1">
              <a:lnSpc>
                <a:spcPct val="100000"/>
              </a:lnSpc>
              <a:spcBef>
                <a:spcPts val="0"/>
              </a:spcBef>
              <a:spcAft>
                <a:spcPts val="0"/>
              </a:spcAft>
              <a:buClrTx/>
              <a:buSzTx/>
              <a:buFont typeface=""/>
              <a:buChar char="•"/>
              <a:tabLst/>
              <a:defRPr/>
            </a:pPr>
            <a:endParaRPr kumimoji="0" lang="en-US" sz="1800" b="0" i="0" u="none" strike="noStrike" kern="1200" cap="none" spc="0" normalizeH="0" baseline="0" noProof="0" dirty="0">
              <a:ln>
                <a:noFill/>
              </a:ln>
              <a:solidFill>
                <a:prstClr val="white"/>
              </a:solidFill>
              <a:effectLst/>
              <a:uLnTx/>
              <a:uFillTx/>
              <a:latin typeface="Tenorite"/>
              <a:ea typeface="+mn-ea"/>
              <a:cs typeface="+mn-cs"/>
            </a:endParaRPr>
          </a:p>
          <a:p>
            <a:pPr marL="228600" marR="0" lvl="0" indent="-228600" algn="just" defTabSz="914400" rtl="0" eaLnBrk="1" fontAlgn="auto" latinLnBrk="0" hangingPunct="1">
              <a:lnSpc>
                <a:spcPct val="100000"/>
              </a:lnSpc>
              <a:spcBef>
                <a:spcPts val="0"/>
              </a:spcBef>
              <a:spcAft>
                <a:spcPts val="0"/>
              </a:spcAft>
              <a:buClrTx/>
              <a:buSzTx/>
              <a:buFont typeface=""/>
              <a:buChar char="•"/>
              <a:tabLst/>
              <a:defRPr/>
            </a:pPr>
            <a:r>
              <a:rPr kumimoji="0" lang="en-US" sz="1800" b="1" i="0" u="none" strike="noStrike" kern="1200" cap="none" spc="0" normalizeH="0" baseline="0" noProof="0" dirty="0">
                <a:ln>
                  <a:noFill/>
                </a:ln>
                <a:solidFill>
                  <a:prstClr val="white"/>
                </a:solidFill>
                <a:effectLst/>
                <a:uLnTx/>
                <a:uFillTx/>
                <a:latin typeface="Tenorite"/>
                <a:ea typeface="+mn-ea"/>
                <a:cs typeface="+mn-cs"/>
              </a:rPr>
              <a:t>Vulnerabilities in SMS-Based 2FA:</a:t>
            </a:r>
            <a:r>
              <a:rPr kumimoji="0" lang="en-US" sz="1800" b="0" i="0" u="none" strike="noStrike" kern="1200" cap="none" spc="0" normalizeH="0" baseline="0" noProof="0" dirty="0">
                <a:ln>
                  <a:noFill/>
                </a:ln>
                <a:solidFill>
                  <a:prstClr val="white"/>
                </a:solidFill>
                <a:effectLst/>
                <a:uLnTx/>
                <a:uFillTx/>
                <a:latin typeface="Tenorite"/>
                <a:ea typeface="+mn-ea"/>
                <a:cs typeface="+mn-cs"/>
              </a:rPr>
              <a:t> SMS-based 2FA is prone to SIM swapping, phishing, and interception attacks, reducing its reliability.</a:t>
            </a:r>
          </a:p>
        </p:txBody>
      </p:sp>
    </p:spTree>
    <p:extLst>
      <p:ext uri="{BB962C8B-B14F-4D97-AF65-F5344CB8AC3E}">
        <p14:creationId xmlns:p14="http://schemas.microsoft.com/office/powerpoint/2010/main" val="27607048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A8A252B-BBAE-20E9-39B8-3F60EEC5840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B2E82E1-8A78-4E1E-DD8F-E6F76697EBA7}"/>
              </a:ext>
            </a:extLst>
          </p:cNvPr>
          <p:cNvSpPr txBox="1"/>
          <p:nvPr/>
        </p:nvSpPr>
        <p:spPr>
          <a:xfrm>
            <a:off x="6096000" y="2274277"/>
            <a:ext cx="4923692"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r>
              <a:rPr kumimoji="0" lang="en-US" sz="1800" b="1" i="0" u="none" strike="noStrike" kern="1200" cap="none" spc="0" normalizeH="0" baseline="0" noProof="0" dirty="0">
                <a:ln>
                  <a:noFill/>
                </a:ln>
                <a:solidFill>
                  <a:prstClr val="black"/>
                </a:solidFill>
                <a:effectLst/>
                <a:uLnTx/>
                <a:uFillTx/>
                <a:latin typeface="Tenorite"/>
                <a:ea typeface="+mn-lt"/>
                <a:cs typeface="+mn-lt"/>
              </a:rPr>
              <a:t>Account Recovery Challenges:</a:t>
            </a:r>
            <a:r>
              <a:rPr kumimoji="0" lang="en-US" sz="1800" b="0" i="0" u="none" strike="noStrike" kern="1200" cap="none" spc="0" normalizeH="0" baseline="0" noProof="0" dirty="0">
                <a:ln>
                  <a:noFill/>
                </a:ln>
                <a:solidFill>
                  <a:prstClr val="black"/>
                </a:solidFill>
                <a:effectLst/>
                <a:uLnTx/>
                <a:uFillTx/>
                <a:latin typeface="Tenorite"/>
                <a:ea typeface="+mn-lt"/>
                <a:cs typeface="+mn-lt"/>
              </a:rPr>
              <a:t> Recovering accounts without access to the second factor can be difficult and time-consuming for both users and support teams.</a:t>
            </a: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endParaRPr kumimoji="0" lang="en-US" sz="1800" b="0" i="0" u="none" strike="noStrike" kern="1200" cap="none" spc="0" normalizeH="0" baseline="0" noProof="0" dirty="0">
              <a:ln>
                <a:noFill/>
              </a:ln>
              <a:solidFill>
                <a:prstClr val="black"/>
              </a:solidFill>
              <a:effectLst/>
              <a:uLnTx/>
              <a:uFillTx/>
              <a:latin typeface="Tenorite"/>
              <a:ea typeface="+mn-lt"/>
              <a:cs typeface="+mn-lt"/>
            </a:endParaRP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r>
              <a:rPr kumimoji="0" lang="en-US" sz="1800" b="1" i="0" u="none" strike="noStrike" kern="1200" cap="none" spc="0" normalizeH="0" baseline="0" noProof="0" dirty="0">
                <a:ln>
                  <a:noFill/>
                </a:ln>
                <a:solidFill>
                  <a:prstClr val="black"/>
                </a:solidFill>
                <a:effectLst/>
                <a:uLnTx/>
                <a:uFillTx/>
                <a:latin typeface="Tenorite"/>
                <a:ea typeface="+mn-lt"/>
                <a:cs typeface="+mn-lt"/>
              </a:rPr>
              <a:t>Cost and Integration Complexity:</a:t>
            </a:r>
            <a:r>
              <a:rPr kumimoji="0" lang="en-US" sz="1800" b="0" i="0" u="none" strike="noStrike" kern="1200" cap="none" spc="0" normalizeH="0" baseline="0" noProof="0" dirty="0">
                <a:ln>
                  <a:noFill/>
                </a:ln>
                <a:solidFill>
                  <a:prstClr val="black"/>
                </a:solidFill>
                <a:effectLst/>
                <a:uLnTx/>
                <a:uFillTx/>
                <a:latin typeface="Tenorite"/>
                <a:ea typeface="+mn-lt"/>
                <a:cs typeface="+mn-lt"/>
              </a:rPr>
              <a:t> Implementing and maintaining 2FA (e.g., SMS costs or hardware tokens) can be expensive and challenging for some organizations.</a:t>
            </a: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p:txBody>
      </p:sp>
      <p:pic>
        <p:nvPicPr>
          <p:cNvPr id="2" name="Picture 1" descr="A person sitting at a desk with his hands on his head&#10;&#10;AI-generated content may be incorrect.">
            <a:extLst>
              <a:ext uri="{FF2B5EF4-FFF2-40B4-BE49-F238E27FC236}">
                <a16:creationId xmlns:a16="http://schemas.microsoft.com/office/drawing/2014/main" id="{CD40E9E8-15C9-EB00-0FBF-9A6E2253E7EB}"/>
              </a:ext>
            </a:extLst>
          </p:cNvPr>
          <p:cNvPicPr>
            <a:picLocks noChangeAspect="1"/>
          </p:cNvPicPr>
          <p:nvPr/>
        </p:nvPicPr>
        <p:blipFill>
          <a:blip r:embed="rId2"/>
          <a:stretch>
            <a:fillRect/>
          </a:stretch>
        </p:blipFill>
        <p:spPr>
          <a:xfrm>
            <a:off x="1424353" y="1799492"/>
            <a:ext cx="4044463" cy="4021017"/>
          </a:xfrm>
          <a:prstGeom prst="rect">
            <a:avLst/>
          </a:prstGeom>
        </p:spPr>
      </p:pic>
    </p:spTree>
    <p:extLst>
      <p:ext uri="{BB962C8B-B14F-4D97-AF65-F5344CB8AC3E}">
        <p14:creationId xmlns:p14="http://schemas.microsoft.com/office/powerpoint/2010/main" val="2369621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DEA00-38DD-8056-644C-265FC9D79B04}"/>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BE58170E-9D3B-B502-6E6E-AD622F5D860C}"/>
              </a:ext>
            </a:extLst>
          </p:cNvPr>
          <p:cNvSpPr txBox="1">
            <a:spLocks/>
          </p:cNvSpPr>
          <p:nvPr/>
        </p:nvSpPr>
        <p:spPr>
          <a:xfrm>
            <a:off x="6659625" y="753294"/>
            <a:ext cx="5430673" cy="510522"/>
          </a:xfrm>
          <a:prstGeom prst="rect">
            <a:avLst/>
          </a:prstGeom>
        </p:spPr>
        <p:txBody>
          <a:bodyPr vert="horz" lIns="91440" tIns="45720" rIns="91440" bIns="45720" rtlCol="0" anchor="b">
            <a:normAutofit/>
          </a:bodyPr>
          <a:lstStyle>
            <a:defPPr>
              <a:defRPr lang="en-US"/>
            </a:defPPr>
            <a:lvl1pPr marL="0"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all" spc="0" normalizeH="0" baseline="0" noProof="0" dirty="0">
                <a:ln>
                  <a:noFill/>
                </a:ln>
                <a:solidFill>
                  <a:srgbClr val="70AD47"/>
                </a:solidFill>
                <a:effectLst/>
                <a:uLnTx/>
                <a:uFillTx/>
                <a:latin typeface="Tenorite"/>
                <a:ea typeface="+mj-ea"/>
                <a:cs typeface="+mj-cs"/>
              </a:rPr>
              <a:t>06.  Future of 2fa</a:t>
            </a:r>
          </a:p>
        </p:txBody>
      </p:sp>
      <p:sp>
        <p:nvSpPr>
          <p:cNvPr id="16" name="Title 1">
            <a:extLst>
              <a:ext uri="{FF2B5EF4-FFF2-40B4-BE49-F238E27FC236}">
                <a16:creationId xmlns:a16="http://schemas.microsoft.com/office/drawing/2014/main" id="{EEE2560A-B340-9960-3C64-D60109221323}"/>
              </a:ext>
            </a:extLst>
          </p:cNvPr>
          <p:cNvSpPr>
            <a:spLocks noGrp="1"/>
          </p:cNvSpPr>
          <p:nvPr>
            <p:ph type="title"/>
          </p:nvPr>
        </p:nvSpPr>
        <p:spPr>
          <a:xfrm>
            <a:off x="1758462" y="1969623"/>
            <a:ext cx="4896678" cy="1327261"/>
          </a:xfrm>
        </p:spPr>
        <p:txBody>
          <a:bodyPr/>
          <a:lstStyle/>
          <a:p>
            <a:r>
              <a:rPr lang="en-US" dirty="0"/>
              <a:t>FUture of 2fa</a:t>
            </a:r>
          </a:p>
        </p:txBody>
      </p:sp>
      <p:pic>
        <p:nvPicPr>
          <p:cNvPr id="4" name="Picture 3" descr="A fingerprint scanning on a green screen&#10;&#10;AI-generated content may be incorrect.">
            <a:extLst>
              <a:ext uri="{FF2B5EF4-FFF2-40B4-BE49-F238E27FC236}">
                <a16:creationId xmlns:a16="http://schemas.microsoft.com/office/drawing/2014/main" id="{8B4FA289-9BB9-A315-BDB9-3A572358A0BF}"/>
              </a:ext>
            </a:extLst>
          </p:cNvPr>
          <p:cNvPicPr>
            <a:picLocks noChangeAspect="1"/>
          </p:cNvPicPr>
          <p:nvPr/>
        </p:nvPicPr>
        <p:blipFill>
          <a:blip r:embed="rId2"/>
          <a:stretch>
            <a:fillRect/>
          </a:stretch>
        </p:blipFill>
        <p:spPr>
          <a:xfrm>
            <a:off x="6948121" y="2182691"/>
            <a:ext cx="4157296" cy="4028343"/>
          </a:xfrm>
          <a:prstGeom prst="rect">
            <a:avLst/>
          </a:prstGeom>
        </p:spPr>
      </p:pic>
      <p:sp>
        <p:nvSpPr>
          <p:cNvPr id="7" name="TextBox 6">
            <a:extLst>
              <a:ext uri="{FF2B5EF4-FFF2-40B4-BE49-F238E27FC236}">
                <a16:creationId xmlns:a16="http://schemas.microsoft.com/office/drawing/2014/main" id="{FD66AB59-867B-5703-B787-FEBF60BADCBE}"/>
              </a:ext>
            </a:extLst>
          </p:cNvPr>
          <p:cNvSpPr txBox="1"/>
          <p:nvPr/>
        </p:nvSpPr>
        <p:spPr>
          <a:xfrm>
            <a:off x="1758462" y="3669323"/>
            <a:ext cx="471267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enorite"/>
                <a:ea typeface="+mn-ea"/>
                <a:cs typeface="+mn-cs"/>
              </a:rPr>
              <a:t>The future of 2FA lies in </a:t>
            </a:r>
            <a:r>
              <a:rPr kumimoji="0" lang="en-US" sz="1800" b="1" i="0" u="none" strike="noStrike" kern="1200" cap="none" spc="0" normalizeH="0" baseline="0" noProof="0" dirty="0">
                <a:ln>
                  <a:noFill/>
                </a:ln>
                <a:solidFill>
                  <a:prstClr val="white"/>
                </a:solidFill>
                <a:effectLst/>
                <a:uLnTx/>
                <a:uFillTx/>
                <a:latin typeface="Tenorite"/>
                <a:ea typeface="+mn-ea"/>
                <a:cs typeface="+mn-cs"/>
              </a:rPr>
              <a:t>passwordless authentication</a:t>
            </a:r>
            <a:r>
              <a:rPr kumimoji="0" lang="en-US" sz="1800" b="0" i="0" u="none" strike="noStrike" kern="1200" cap="none" spc="0" normalizeH="0" baseline="0" noProof="0" dirty="0">
                <a:ln>
                  <a:noFill/>
                </a:ln>
                <a:solidFill>
                  <a:prstClr val="white"/>
                </a:solidFill>
                <a:effectLst/>
                <a:uLnTx/>
                <a:uFillTx/>
                <a:latin typeface="Tenorite"/>
                <a:ea typeface="+mn-ea"/>
                <a:cs typeface="+mn-cs"/>
              </a:rPr>
              <a:t>, with advancements in biometrics, hardware security keys, and AI-driven risk-based authentication for enhanced security.</a:t>
            </a:r>
            <a:endParaRPr kumimoji="0" lang="en-US" sz="1800" b="0"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1421083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C4180A82-2D07-4164-F57B-03F085DC381F}"/>
              </a:ext>
            </a:extLst>
          </p:cNvPr>
          <p:cNvSpPr txBox="1"/>
          <p:nvPr/>
        </p:nvSpPr>
        <p:spPr>
          <a:xfrm>
            <a:off x="1594339" y="1828800"/>
            <a:ext cx="8991597" cy="31979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r>
              <a:rPr kumimoji="0" lang="en-US" sz="1800" b="1" i="0" u="none" strike="noStrike" kern="1200" cap="none" spc="0" normalizeH="0" baseline="0" noProof="0" dirty="0">
                <a:ln>
                  <a:noFill/>
                </a:ln>
                <a:solidFill>
                  <a:prstClr val="black"/>
                </a:solidFill>
                <a:effectLst/>
                <a:uLnTx/>
                <a:uFillTx/>
                <a:latin typeface="Tenorite"/>
                <a:ea typeface="+mn-ea"/>
                <a:cs typeface="+mn-cs"/>
              </a:rPr>
              <a:t>Shift to Passwordless Authentication -</a:t>
            </a:r>
            <a:r>
              <a:rPr kumimoji="0" lang="en-US" sz="1800" b="0" i="0" u="none" strike="noStrike" kern="1200" cap="none" spc="0" normalizeH="0" baseline="0" noProof="0" dirty="0">
                <a:ln>
                  <a:noFill/>
                </a:ln>
                <a:solidFill>
                  <a:prstClr val="black"/>
                </a:solidFill>
                <a:effectLst/>
                <a:uLnTx/>
                <a:uFillTx/>
                <a:latin typeface="Tenorite"/>
                <a:ea typeface="+mn-ea"/>
                <a:cs typeface="+mn-cs"/>
              </a:rPr>
              <a:t> Traditional 2FA relies on passwords combined with another factor (e.g., SMS codes or apps). However, the future is leaning towards password-less methods where biometrics, hardware tokens, or one-time codes are used as the primary method of authentication.​ </a:t>
            </a:r>
            <a:endParaRPr kumimoji="0" lang="en-US" sz="1800" b="0" i="0" u="none" strike="noStrike" kern="1200" cap="none" spc="0" normalizeH="0" baseline="0" noProof="0">
              <a:ln>
                <a:noFill/>
              </a:ln>
              <a:solidFill>
                <a:prstClr val="black"/>
              </a:solidFill>
              <a:effectLst/>
              <a:uLnTx/>
              <a:uFillTx/>
              <a:latin typeface="Tenorite"/>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r>
              <a:rPr kumimoji="0" lang="en-US" sz="1800" b="1" i="0" u="none" strike="noStrike" kern="1200" cap="none" spc="0" normalizeH="0" baseline="0" noProof="0" dirty="0">
                <a:ln>
                  <a:noFill/>
                </a:ln>
                <a:solidFill>
                  <a:prstClr val="black"/>
                </a:solidFill>
                <a:effectLst/>
                <a:uLnTx/>
                <a:uFillTx/>
                <a:latin typeface="Tenorite"/>
                <a:ea typeface="+mn-lt"/>
                <a:cs typeface="+mn-lt"/>
              </a:rPr>
              <a:t>Biometric Authentication -</a:t>
            </a:r>
            <a:r>
              <a:rPr kumimoji="0" lang="en-US" sz="1800" b="0" i="0" u="none" strike="noStrike" kern="1200" cap="none" spc="0" normalizeH="0" baseline="0" noProof="0" dirty="0">
                <a:ln>
                  <a:noFill/>
                </a:ln>
                <a:solidFill>
                  <a:prstClr val="black"/>
                </a:solidFill>
                <a:effectLst/>
                <a:uLnTx/>
                <a:uFillTx/>
                <a:latin typeface="Tenorite"/>
                <a:ea typeface="+mn-lt"/>
                <a:cs typeface="+mn-lt"/>
              </a:rPr>
              <a:t> Fingerprints, facial recognition, and voice authentication are becoming more common as the second factor. </a:t>
            </a: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r>
              <a:rPr kumimoji="0" lang="en-US" sz="1800" b="1" i="0" u="none" strike="noStrike" kern="1200" cap="none" spc="0" normalizeH="0" baseline="0" noProof="0" dirty="0">
                <a:ln>
                  <a:noFill/>
                </a:ln>
                <a:solidFill>
                  <a:prstClr val="black"/>
                </a:solidFill>
                <a:effectLst/>
                <a:uLnTx/>
                <a:uFillTx/>
                <a:latin typeface="Tenorite"/>
                <a:ea typeface="+mn-lt"/>
                <a:cs typeface="+mn-lt"/>
              </a:rPr>
              <a:t>Context-aware Authentication -</a:t>
            </a:r>
            <a:r>
              <a:rPr kumimoji="0" lang="en-US" sz="1800" b="0" i="0" u="none" strike="noStrike" kern="1200" cap="none" spc="0" normalizeH="0" baseline="0" noProof="0" dirty="0">
                <a:ln>
                  <a:noFill/>
                </a:ln>
                <a:solidFill>
                  <a:prstClr val="black"/>
                </a:solidFill>
                <a:effectLst/>
                <a:uLnTx/>
                <a:uFillTx/>
                <a:latin typeface="Tenorite"/>
                <a:ea typeface="+mn-lt"/>
                <a:cs typeface="+mn-lt"/>
              </a:rPr>
              <a:t> 2FA systems will become smarter by using contextual data (e.g., device location, usage patterns, or IP address) to decide when to challenge a user with additional authentication factors. </a:t>
            </a: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195661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8301C5E-4D03-F2BB-AE47-3F273CDAB5F4}"/>
              </a:ext>
            </a:extLst>
          </p:cNvPr>
          <p:cNvSpPr txBox="1"/>
          <p:nvPr/>
        </p:nvSpPr>
        <p:spPr>
          <a:xfrm>
            <a:off x="1512277" y="1582616"/>
            <a:ext cx="9167446"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r>
              <a:rPr kumimoji="0" lang="en-US" sz="1800" b="1" i="0" u="none" strike="noStrike" kern="1200" cap="none" spc="0" normalizeH="0" baseline="0" noProof="0" dirty="0">
                <a:ln>
                  <a:noFill/>
                </a:ln>
                <a:solidFill>
                  <a:prstClr val="black"/>
                </a:solidFill>
                <a:effectLst/>
                <a:uLnTx/>
                <a:uFillTx/>
                <a:latin typeface="Tenorite"/>
                <a:ea typeface="+mn-ea"/>
                <a:cs typeface="+mn-cs"/>
              </a:rPr>
              <a:t>SMS-Based 2FA Decline -</a:t>
            </a:r>
            <a:r>
              <a:rPr kumimoji="0" lang="en-US" sz="1800" b="0" i="0" u="none" strike="noStrike" kern="1200" cap="none" spc="0" normalizeH="0" baseline="0" noProof="0" dirty="0">
                <a:ln>
                  <a:noFill/>
                </a:ln>
                <a:solidFill>
                  <a:prstClr val="black"/>
                </a:solidFill>
                <a:effectLst/>
                <a:uLnTx/>
                <a:uFillTx/>
                <a:latin typeface="Tenorite"/>
                <a:ea typeface="+mn-ea"/>
                <a:cs typeface="+mn-cs"/>
              </a:rPr>
              <a:t> SMS-based 2FA is vulnerable to SIM swapping and phishing attacks, and its use is declining. ​ ​</a:t>
            </a:r>
            <a:endParaRPr kumimoji="0" lang="en-US" sz="1800" b="0" i="0" u="none" strike="noStrike" kern="1200" cap="none" spc="0" normalizeH="0" baseline="0" noProof="0">
              <a:ln>
                <a:noFill/>
              </a:ln>
              <a:solidFill>
                <a:prstClr val="black"/>
              </a:solidFill>
              <a:effectLst/>
              <a:uLnTx/>
              <a:uFillTx/>
              <a:latin typeface="Tenorite"/>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r>
              <a:rPr kumimoji="0" lang="en-US" sz="1800" b="1" i="0" u="none" strike="noStrike" kern="1200" cap="none" spc="0" normalizeH="0" baseline="0" noProof="0" dirty="0">
                <a:ln>
                  <a:noFill/>
                </a:ln>
                <a:solidFill>
                  <a:prstClr val="black"/>
                </a:solidFill>
                <a:effectLst/>
                <a:uLnTx/>
                <a:uFillTx/>
                <a:latin typeface="Tenorite"/>
                <a:ea typeface="+mn-ea"/>
                <a:cs typeface="+mn-cs"/>
              </a:rPr>
              <a:t>Integration with AI and Machine Learning -</a:t>
            </a:r>
            <a:r>
              <a:rPr kumimoji="0" lang="en-US" sz="1800" b="0" i="0" u="none" strike="noStrike" kern="1200" cap="none" spc="0" normalizeH="0" baseline="0" noProof="0" dirty="0">
                <a:ln>
                  <a:noFill/>
                </a:ln>
                <a:solidFill>
                  <a:prstClr val="black"/>
                </a:solidFill>
                <a:effectLst/>
                <a:uLnTx/>
                <a:uFillTx/>
                <a:latin typeface="Tenorite"/>
                <a:ea typeface="+mn-ea"/>
                <a:cs typeface="+mn-cs"/>
              </a:rPr>
              <a:t> AI-powered 2FA can analyze user behavior in real-time to detect anomalies and trigger additional verification only when necessary.​ ​</a:t>
            </a: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r>
              <a:rPr kumimoji="0" lang="en-US" sz="1800" b="1" i="0" u="none" strike="noStrike" kern="1200" cap="none" spc="0" normalizeH="0" baseline="0" noProof="0" dirty="0">
                <a:ln>
                  <a:noFill/>
                </a:ln>
                <a:solidFill>
                  <a:prstClr val="black"/>
                </a:solidFill>
                <a:effectLst/>
                <a:uLnTx/>
                <a:uFillTx/>
                <a:latin typeface="Tenorite"/>
                <a:ea typeface="+mn-ea"/>
                <a:cs typeface="+mn-cs"/>
              </a:rPr>
              <a:t>Focus on User Experience -</a:t>
            </a:r>
            <a:r>
              <a:rPr kumimoji="0" lang="en-US" sz="1800" b="0" i="0" u="none" strike="noStrike" kern="1200" cap="none" spc="0" normalizeH="0" baseline="0" noProof="0" dirty="0">
                <a:ln>
                  <a:noFill/>
                </a:ln>
                <a:solidFill>
                  <a:prstClr val="black"/>
                </a:solidFill>
                <a:effectLst/>
                <a:uLnTx/>
                <a:uFillTx/>
                <a:latin typeface="Tenorite"/>
                <a:ea typeface="+mn-ea"/>
                <a:cs typeface="+mn-cs"/>
              </a:rPr>
              <a:t> In future 2FA includes single-tap approvals, seamless biometrics, and invisible risk-based authentication processes. ​ </a:t>
            </a: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endParaRPr kumimoji="0" lang="en-US" sz="1800" b="1" i="0" u="none" strike="noStrike" kern="1200" cap="none" spc="0" normalizeH="0" baseline="0" noProof="0" dirty="0">
              <a:ln>
                <a:noFill/>
              </a:ln>
              <a:solidFill>
                <a:prstClr val="black"/>
              </a:solidFill>
              <a:effectLst/>
              <a:uLnTx/>
              <a:uFillTx/>
              <a:latin typeface="Tenorite"/>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a:buChar char="•"/>
              <a:tabLst/>
              <a:defRPr/>
            </a:pPr>
            <a:r>
              <a:rPr kumimoji="0" lang="en-US" sz="1800" b="1" i="0" u="none" strike="noStrike" kern="1200" cap="none" spc="0" normalizeH="0" baseline="0" noProof="0" dirty="0">
                <a:ln>
                  <a:noFill/>
                </a:ln>
                <a:solidFill>
                  <a:prstClr val="black"/>
                </a:solidFill>
                <a:effectLst/>
                <a:uLnTx/>
                <a:uFillTx/>
                <a:latin typeface="Tenorite"/>
                <a:ea typeface="+mn-lt"/>
                <a:cs typeface="+mn-lt"/>
              </a:rPr>
              <a:t>Mandatory 2FA for Critical Services - </a:t>
            </a:r>
            <a:r>
              <a:rPr kumimoji="0" lang="en-US" sz="1800" b="0" i="0" u="none" strike="noStrike" kern="1200" cap="none" spc="0" normalizeH="0" baseline="0" noProof="0" dirty="0">
                <a:ln>
                  <a:noFill/>
                </a:ln>
                <a:solidFill>
                  <a:prstClr val="black"/>
                </a:solidFill>
                <a:effectLst/>
                <a:uLnTx/>
                <a:uFillTx/>
                <a:latin typeface="Tenorite"/>
                <a:ea typeface="+mn-lt"/>
                <a:cs typeface="+mn-lt"/>
              </a:rPr>
              <a:t>Governments and organizations are increasingly mandating 2FA for accessing critical services, financial accounts, and sensitive platforms.</a:t>
            </a: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2908057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91D4F4F-2A3C-5597-E973-48E869DE7D27}"/>
              </a:ext>
            </a:extLst>
          </p:cNvPr>
          <p:cNvSpPr txBox="1">
            <a:spLocks/>
          </p:cNvSpPr>
          <p:nvPr/>
        </p:nvSpPr>
        <p:spPr>
          <a:xfrm>
            <a:off x="9045015" y="753294"/>
            <a:ext cx="3045283" cy="510522"/>
          </a:xfrm>
          <a:prstGeom prst="rect">
            <a:avLst/>
          </a:prstGeom>
        </p:spPr>
        <p:txBody>
          <a:bodyPr vert="horz" lIns="91440" tIns="45720" rIns="91440" bIns="45720" rtlCol="0" anchor="b">
            <a:normAutofit/>
          </a:bodyPr>
          <a:lstStyle>
            <a:defPPr>
              <a:defRPr lang="en-US"/>
            </a:defPPr>
            <a:lvl1pPr marL="0"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all" spc="0" normalizeH="0" baseline="0" noProof="0" dirty="0">
                <a:ln>
                  <a:noFill/>
                </a:ln>
                <a:solidFill>
                  <a:srgbClr val="70AD47"/>
                </a:solidFill>
                <a:effectLst/>
                <a:uLnTx/>
                <a:uFillTx/>
                <a:latin typeface="Tenorite"/>
                <a:ea typeface="+mj-ea"/>
                <a:cs typeface="+mj-cs"/>
              </a:rPr>
              <a:t>07. </a:t>
            </a:r>
            <a:r>
              <a:rPr kumimoji="0" lang="en-IN" sz="2400" b="1" i="0" u="none" strike="noStrike" kern="1200" cap="all" spc="0" normalizeH="0" baseline="0" noProof="0" dirty="0">
                <a:ln>
                  <a:noFill/>
                </a:ln>
                <a:solidFill>
                  <a:srgbClr val="70AD47"/>
                </a:solidFill>
                <a:effectLst/>
                <a:uLnTx/>
                <a:uFillTx/>
                <a:latin typeface="Tenorite"/>
                <a:ea typeface="+mj-lt"/>
                <a:cs typeface="+mj-lt"/>
              </a:rPr>
              <a:t>Conclusion</a:t>
            </a:r>
            <a:endParaRPr kumimoji="0" lang="en-US" sz="2400" b="1" i="0" u="none" strike="noStrike" kern="1200" cap="all" spc="0" normalizeH="0" baseline="0" noProof="0" dirty="0">
              <a:ln>
                <a:noFill/>
              </a:ln>
              <a:solidFill>
                <a:srgbClr val="70AD47"/>
              </a:solidFill>
              <a:effectLst/>
              <a:uLnTx/>
              <a:uFillTx/>
              <a:latin typeface="Tenorite"/>
              <a:ea typeface="+mj-lt"/>
              <a:cs typeface="+mj-lt"/>
            </a:endParaRPr>
          </a:p>
        </p:txBody>
      </p:sp>
      <p:sp>
        <p:nvSpPr>
          <p:cNvPr id="14" name="TextBox 13">
            <a:extLst>
              <a:ext uri="{FF2B5EF4-FFF2-40B4-BE49-F238E27FC236}">
                <a16:creationId xmlns:a16="http://schemas.microsoft.com/office/drawing/2014/main" id="{AB3F587C-1119-7B91-5823-56A56CFB7311}"/>
              </a:ext>
            </a:extLst>
          </p:cNvPr>
          <p:cNvSpPr txBox="1"/>
          <p:nvPr/>
        </p:nvSpPr>
        <p:spPr>
          <a:xfrm>
            <a:off x="2040835" y="1952487"/>
            <a:ext cx="9700591"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Tenorite"/>
                <a:ea typeface="+mn-ea"/>
                <a:cs typeface="+mn-cs"/>
              </a:rPr>
              <a:t>Two-factor authentication (2FA) adds an extra layer of security to keep accounts safe. New methods like biometrics and passwordless options make it easier and more secure to use. Using 2FA is an important step to protect yourself online.</a:t>
            </a:r>
          </a:p>
        </p:txBody>
      </p:sp>
      <p:sp>
        <p:nvSpPr>
          <p:cNvPr id="17" name="Content Placeholder 9">
            <a:extLst>
              <a:ext uri="{FF2B5EF4-FFF2-40B4-BE49-F238E27FC236}">
                <a16:creationId xmlns:a16="http://schemas.microsoft.com/office/drawing/2014/main" id="{87FB283B-BCE9-B9A4-5F1E-3303727F48CA}"/>
              </a:ext>
            </a:extLst>
          </p:cNvPr>
          <p:cNvSpPr txBox="1">
            <a:spLocks/>
          </p:cNvSpPr>
          <p:nvPr/>
        </p:nvSpPr>
        <p:spPr>
          <a:xfrm>
            <a:off x="7888882" y="3775424"/>
            <a:ext cx="3798148" cy="143710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Tenorite"/>
                <a:ea typeface="+mn-ea"/>
                <a:cs typeface="+mn-cs"/>
              </a:rPr>
              <a:t>ARUN BHARTI</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Tenorite"/>
                <a:ea typeface="+mn-ea"/>
                <a:cs typeface="+mn-cs"/>
              </a:rPr>
              <a:t>ENR NO – 2202020101060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enorite"/>
                <a:ea typeface="+mn-ea"/>
                <a:cs typeface="+mn-cs"/>
                <a:hlinkClick r:id="rId2"/>
              </a:rPr>
              <a:t>abarunnn@gmail.com</a:t>
            </a:r>
            <a:endParaRPr kumimoji="0" lang="en-US" sz="2000" b="0" i="0" u="none" strike="noStrike" kern="1200" cap="none" spc="0" normalizeH="0" baseline="0" noProof="0" dirty="0">
              <a:ln>
                <a:noFill/>
              </a:ln>
              <a:solidFill>
                <a:prstClr val="black"/>
              </a:solidFill>
              <a:effectLst/>
              <a:uLnTx/>
              <a:uFillTx/>
              <a:latin typeface="Tenorite"/>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Tenorite"/>
              <a:ea typeface="+mn-ea"/>
              <a:cs typeface="+mn-cs"/>
            </a:endParaRPr>
          </a:p>
        </p:txBody>
      </p:sp>
      <p:sp>
        <p:nvSpPr>
          <p:cNvPr id="19" name="Title 6">
            <a:extLst>
              <a:ext uri="{FF2B5EF4-FFF2-40B4-BE49-F238E27FC236}">
                <a16:creationId xmlns:a16="http://schemas.microsoft.com/office/drawing/2014/main" id="{70B6AFB8-D253-55F4-BC49-356AB3053FD4}"/>
              </a:ext>
            </a:extLst>
          </p:cNvPr>
          <p:cNvSpPr>
            <a:spLocks noGrp="1"/>
          </p:cNvSpPr>
          <p:nvPr>
            <p:ph type="title"/>
          </p:nvPr>
        </p:nvSpPr>
        <p:spPr>
          <a:xfrm>
            <a:off x="2184163" y="3631915"/>
            <a:ext cx="3798148" cy="1294811"/>
          </a:xfrm>
        </p:spPr>
        <p:txBody>
          <a:bodyPr/>
          <a:lstStyle/>
          <a:p>
            <a:r>
              <a:rPr lang="en-US" dirty="0">
                <a:solidFill>
                  <a:srgbClr val="92D050"/>
                </a:solidFill>
              </a:rPr>
              <a:t>Thank you</a:t>
            </a:r>
          </a:p>
        </p:txBody>
      </p:sp>
      <p:pic>
        <p:nvPicPr>
          <p:cNvPr id="22" name="Graphic 21" descr="Fingerprint with solid fill">
            <a:extLst>
              <a:ext uri="{FF2B5EF4-FFF2-40B4-BE49-F238E27FC236}">
                <a16:creationId xmlns:a16="http://schemas.microsoft.com/office/drawing/2014/main" id="{E0954D3A-8226-3655-F728-6606A6ACC1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89347" y="4027375"/>
            <a:ext cx="884859" cy="851729"/>
          </a:xfrm>
          <a:prstGeom prst="rect">
            <a:avLst/>
          </a:prstGeom>
        </p:spPr>
      </p:pic>
    </p:spTree>
    <p:extLst>
      <p:ext uri="{BB962C8B-B14F-4D97-AF65-F5344CB8AC3E}">
        <p14:creationId xmlns:p14="http://schemas.microsoft.com/office/powerpoint/2010/main" val="4232954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1035</Words>
  <Application>Microsoft Office PowerPoint</Application>
  <PresentationFormat>Widescreen</PresentationFormat>
  <Paragraphs>122</Paragraphs>
  <Slides>24</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Arial</vt:lpstr>
      <vt:lpstr>Calibri</vt:lpstr>
      <vt:lpstr>Calibri Light</vt:lpstr>
      <vt:lpstr>Tenorite</vt:lpstr>
      <vt:lpstr>Office Theme</vt:lpstr>
      <vt:lpstr>Custom</vt:lpstr>
      <vt:lpstr>PowerPoint Presentation</vt:lpstr>
      <vt:lpstr>Table of contents -</vt:lpstr>
      <vt:lpstr>What is Two Factor AUTHENTICATION (2FA)?</vt:lpstr>
      <vt:lpstr>Two Factor authentication Stands for :</vt:lpstr>
      <vt:lpstr>Types of Two Factor Authentication</vt:lpstr>
      <vt:lpstr>Knowledge-based factors</vt:lpstr>
      <vt:lpstr>Possession-based factors</vt:lpstr>
      <vt:lpstr>Inherence-based factors</vt:lpstr>
      <vt:lpstr>PowerPoint Presentation</vt:lpstr>
      <vt:lpstr>Time-based factors</vt:lpstr>
      <vt:lpstr>Smartcards</vt:lpstr>
      <vt:lpstr>PUSH NOTIFICATION FACTOR</vt:lpstr>
      <vt:lpstr>QR CODE-BASED FACTORS</vt:lpstr>
      <vt:lpstr>PASSWORDLESS AUTHENTICATION</vt:lpstr>
      <vt:lpstr>PowerPoint Presentation</vt:lpstr>
      <vt:lpstr>PowerPoint Presentation</vt:lpstr>
      <vt:lpstr>Benefits of 2fa :</vt:lpstr>
      <vt:lpstr>PowerPoint Presentation</vt:lpstr>
      <vt:lpstr>Challenges &amp; Limitations :</vt:lpstr>
      <vt:lpstr>PowerPoint Presentation</vt:lpstr>
      <vt:lpstr>FUture of 2fa</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The Arunn</dc:creator>
  <cp:lastModifiedBy>The Arunn</cp:lastModifiedBy>
  <cp:revision>218</cp:revision>
  <dcterms:created xsi:type="dcterms:W3CDTF">2025-04-22T04:07:18Z</dcterms:created>
  <dcterms:modified xsi:type="dcterms:W3CDTF">2025-05-07T04:52:34Z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